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Lst>
  <p:notesMasterIdLst>
    <p:notesMasterId r:id="rId12"/>
  </p:notesMasterIdLst>
  <p:sldIdLst>
    <p:sldId id="256" r:id="rId4"/>
    <p:sldId id="618" r:id="rId5"/>
    <p:sldId id="662" r:id="rId6"/>
    <p:sldId id="669" r:id="rId7"/>
    <p:sldId id="670" r:id="rId8"/>
    <p:sldId id="665" r:id="rId9"/>
    <p:sldId id="672" r:id="rId10"/>
    <p:sldId id="673" r:id="rId1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pos="4176" userDrawn="1">
          <p15:clr>
            <a:srgbClr val="A4A3A4"/>
          </p15:clr>
        </p15:guide>
        <p15:guide id="2" pos="216" userDrawn="1">
          <p15:clr>
            <a:srgbClr val="A4A3A4"/>
          </p15:clr>
        </p15:guide>
        <p15:guide id="4" pos="7488" userDrawn="1">
          <p15:clr>
            <a:srgbClr val="A4A3A4"/>
          </p15:clr>
        </p15:guide>
        <p15:guide id="5" pos="2688" userDrawn="1">
          <p15:clr>
            <a:srgbClr val="A4A3A4"/>
          </p15:clr>
        </p15:guide>
        <p15:guide id="6" orient="horz" pos="816" userDrawn="1">
          <p15:clr>
            <a:srgbClr val="A4A3A4"/>
          </p15:clr>
        </p15:guide>
        <p15:guide id="8" orient="horz" pos="26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500"/>
    <a:srgbClr val="FF5100"/>
    <a:srgbClr val="DEDEDE"/>
    <a:srgbClr val="C9C9C9"/>
    <a:srgbClr val="828282"/>
    <a:srgbClr val="CFCFCF"/>
    <a:srgbClr val="73C6A1"/>
    <a:srgbClr val="6E6E6E"/>
    <a:srgbClr val="1D4080"/>
    <a:srgbClr val="0005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D8861C-A8E6-474D-B47D-B3AF6CEAFE65}" v="4" dt="2026-04-07T15:49:33.4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47" autoAdjust="0"/>
  </p:normalViewPr>
  <p:slideViewPr>
    <p:cSldViewPr snapToGrid="0" snapToObjects="1">
      <p:cViewPr varScale="1">
        <p:scale>
          <a:sx n="67" d="100"/>
          <a:sy n="67" d="100"/>
        </p:scale>
        <p:origin x="644" y="40"/>
      </p:cViewPr>
      <p:guideLst>
        <p:guide pos="4176"/>
        <p:guide pos="216"/>
        <p:guide pos="7488"/>
        <p:guide pos="2688"/>
        <p:guide orient="horz" pos="816"/>
        <p:guide orient="horz" pos="2616"/>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slideMaster" Target="slideMasters/slide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61E198-57E3-4914-AF5D-37221482338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BR"/>
          </a:p>
        </p:txBody>
      </p:sp>
      <p:sp>
        <p:nvSpPr>
          <p:cNvPr id="3" name="Date Placeholder 2">
            <a:extLst>
              <a:ext uri="{FF2B5EF4-FFF2-40B4-BE49-F238E27FC236}">
                <a16:creationId xmlns:a16="http://schemas.microsoft.com/office/drawing/2014/main" id="{CF636D43-A437-4152-B152-1EB1E6866878}"/>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28AA8015-3DE3-4430-82BA-1A9AC3C48811}" type="datetimeFigureOut">
              <a:rPr lang="LID4096"/>
              <a:pPr>
                <a:defRPr/>
              </a:pPr>
              <a:t>06/25/2026</a:t>
            </a:fld>
            <a:endParaRPr lang="en-BR"/>
          </a:p>
        </p:txBody>
      </p:sp>
      <p:sp>
        <p:nvSpPr>
          <p:cNvPr id="4" name="Slide Image Placeholder 3">
            <a:extLst>
              <a:ext uri="{FF2B5EF4-FFF2-40B4-BE49-F238E27FC236}">
                <a16:creationId xmlns:a16="http://schemas.microsoft.com/office/drawing/2014/main" id="{5D95FF38-52DE-4ADE-8E08-9DBDEB87DE20}"/>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BR" noProof="0"/>
          </a:p>
        </p:txBody>
      </p:sp>
      <p:sp>
        <p:nvSpPr>
          <p:cNvPr id="5" name="Notes Placeholder 4">
            <a:extLst>
              <a:ext uri="{FF2B5EF4-FFF2-40B4-BE49-F238E27FC236}">
                <a16:creationId xmlns:a16="http://schemas.microsoft.com/office/drawing/2014/main" id="{DF9B2A6E-B313-440E-AB56-4DB62BB30CC2}"/>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BR" noProof="0"/>
          </a:p>
        </p:txBody>
      </p:sp>
      <p:sp>
        <p:nvSpPr>
          <p:cNvPr id="6" name="Footer Placeholder 5">
            <a:extLst>
              <a:ext uri="{FF2B5EF4-FFF2-40B4-BE49-F238E27FC236}">
                <a16:creationId xmlns:a16="http://schemas.microsoft.com/office/drawing/2014/main" id="{69840792-E190-4187-939C-7015459D5D4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BR"/>
          </a:p>
        </p:txBody>
      </p:sp>
      <p:sp>
        <p:nvSpPr>
          <p:cNvPr id="7" name="Slide Number Placeholder 6">
            <a:extLst>
              <a:ext uri="{FF2B5EF4-FFF2-40B4-BE49-F238E27FC236}">
                <a16:creationId xmlns:a16="http://schemas.microsoft.com/office/drawing/2014/main" id="{29E3EB57-2759-42F0-8C08-B675624198C7}"/>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6D11C763-227B-4964-89F9-C02F526B08CB}" type="slidenum">
              <a:rPr lang="en-BR"/>
              <a:pPr>
                <a:defRPr/>
              </a:pPr>
              <a:t>‹#›</a:t>
            </a:fld>
            <a:endParaRPr lang="en-BR"/>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D11C763-227B-4964-89F9-C02F526B08CB}" type="slidenum">
              <a:rPr lang="en-BR" smtClean="0"/>
              <a:pPr>
                <a:defRPr/>
              </a:pPr>
              <a:t>1</a:t>
            </a:fld>
            <a:endParaRPr lang="en-BR"/>
          </a:p>
        </p:txBody>
      </p:sp>
    </p:spTree>
    <p:extLst>
      <p:ext uri="{BB962C8B-B14F-4D97-AF65-F5344CB8AC3E}">
        <p14:creationId xmlns:p14="http://schemas.microsoft.com/office/powerpoint/2010/main" val="1694260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8433" name="Google Shape;70;g35f391192_029:notes">
            <a:extLst>
              <a:ext uri="{FF2B5EF4-FFF2-40B4-BE49-F238E27FC236}">
                <a16:creationId xmlns:a16="http://schemas.microsoft.com/office/drawing/2014/main" id="{A47A700D-A4F2-43C0-BCEE-DEBA565585A8}"/>
              </a:ext>
            </a:extLst>
          </p:cNvPr>
          <p:cNvSpPr>
            <a:spLocks noGrp="1" noRot="1" noChangeAspect="1" noTextEdit="1"/>
          </p:cNvSpPr>
          <p:nvPr>
            <p:ph type="sldImg" idx="2"/>
          </p:nvPr>
        </p:nvSpPr>
        <p:spPr bwMode="auto">
          <a:xfrm>
            <a:off x="381000" y="685800"/>
            <a:ext cx="6096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434" name="Google Shape;71;g35f391192_029:notes">
            <a:extLst>
              <a:ext uri="{FF2B5EF4-FFF2-40B4-BE49-F238E27FC236}">
                <a16:creationId xmlns:a16="http://schemas.microsoft.com/office/drawing/2014/main" id="{EEF2BB60-C747-430F-ACF7-E12F266F1EE5}"/>
              </a:ext>
            </a:extLst>
          </p:cNvPr>
          <p:cNvSpPr txBox="1">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a:spcBef>
                <a:spcPct val="0"/>
              </a:spcBef>
            </a:pPr>
            <a:endParaRPr lang="en-US" altLang="en-US" dirty="0"/>
          </a:p>
        </p:txBody>
      </p:sp>
    </p:spTree>
    <p:extLst>
      <p:ext uri="{BB962C8B-B14F-4D97-AF65-F5344CB8AC3E}">
        <p14:creationId xmlns:p14="http://schemas.microsoft.com/office/powerpoint/2010/main" val="3084975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2529" name="Google Shape;89;g35ed75ccf_015:notes">
            <a:extLst>
              <a:ext uri="{FF2B5EF4-FFF2-40B4-BE49-F238E27FC236}">
                <a16:creationId xmlns:a16="http://schemas.microsoft.com/office/drawing/2014/main" id="{DF7E966E-7F9C-4CDF-AC1A-C99873C49134}"/>
              </a:ext>
            </a:extLst>
          </p:cNvPr>
          <p:cNvSpPr>
            <a:spLocks noGrp="1" noRot="1" noChangeAspect="1" noTextEdit="1"/>
          </p:cNvSpPr>
          <p:nvPr>
            <p:ph type="sldImg" idx="2"/>
          </p:nvPr>
        </p:nvSpPr>
        <p:spPr bwMode="auto">
          <a:xfrm>
            <a:off x="381000" y="685800"/>
            <a:ext cx="6096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30" name="Google Shape;90;g35ed75ccf_015:notes">
            <a:extLst>
              <a:ext uri="{FF2B5EF4-FFF2-40B4-BE49-F238E27FC236}">
                <a16:creationId xmlns:a16="http://schemas.microsoft.com/office/drawing/2014/main" id="{12EC03A3-096B-42AD-BD94-F31AB0C9723C}"/>
              </a:ext>
            </a:extLst>
          </p:cNvPr>
          <p:cNvSpPr txBox="1">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2023946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B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R"/>
          </a:p>
        </p:txBody>
      </p:sp>
      <p:sp>
        <p:nvSpPr>
          <p:cNvPr id="4" name="Date Placeholder 3">
            <a:extLst>
              <a:ext uri="{FF2B5EF4-FFF2-40B4-BE49-F238E27FC236}">
                <a16:creationId xmlns:a16="http://schemas.microsoft.com/office/drawing/2014/main" id="{090E52A6-60D7-4815-9DF7-5C96DB35B39A}"/>
              </a:ext>
            </a:extLst>
          </p:cNvPr>
          <p:cNvSpPr>
            <a:spLocks noGrp="1"/>
          </p:cNvSpPr>
          <p:nvPr>
            <p:ph type="dt" sz="half" idx="10"/>
          </p:nvPr>
        </p:nvSpPr>
        <p:spPr/>
        <p:txBody>
          <a:bodyPr/>
          <a:lstStyle>
            <a:lvl1pPr>
              <a:defRPr/>
            </a:lvl1pPr>
          </a:lstStyle>
          <a:p>
            <a:pPr>
              <a:defRPr/>
            </a:pPr>
            <a:fld id="{281B5799-A5FC-4B14-9671-5AFFFF2754E6}" type="datetimeFigureOut">
              <a:rPr lang="LID4096"/>
              <a:pPr>
                <a:defRPr/>
              </a:pPr>
              <a:t>06/25/2026</a:t>
            </a:fld>
            <a:endParaRPr lang="en-BR"/>
          </a:p>
        </p:txBody>
      </p:sp>
      <p:sp>
        <p:nvSpPr>
          <p:cNvPr id="5" name="Footer Placeholder 4">
            <a:extLst>
              <a:ext uri="{FF2B5EF4-FFF2-40B4-BE49-F238E27FC236}">
                <a16:creationId xmlns:a16="http://schemas.microsoft.com/office/drawing/2014/main" id="{220F72B3-156E-446B-9B74-AE1E147C329E}"/>
              </a:ext>
            </a:extLst>
          </p:cNvPr>
          <p:cNvSpPr>
            <a:spLocks noGrp="1"/>
          </p:cNvSpPr>
          <p:nvPr>
            <p:ph type="ftr" sz="quarter" idx="11"/>
          </p:nvPr>
        </p:nvSpPr>
        <p:spPr/>
        <p:txBody>
          <a:bodyPr/>
          <a:lstStyle>
            <a:lvl1pPr>
              <a:defRPr/>
            </a:lvl1pPr>
          </a:lstStyle>
          <a:p>
            <a:pPr>
              <a:defRPr/>
            </a:pPr>
            <a:endParaRPr lang="en-BR"/>
          </a:p>
        </p:txBody>
      </p:sp>
      <p:sp>
        <p:nvSpPr>
          <p:cNvPr id="6" name="Slide Number Placeholder 5">
            <a:extLst>
              <a:ext uri="{FF2B5EF4-FFF2-40B4-BE49-F238E27FC236}">
                <a16:creationId xmlns:a16="http://schemas.microsoft.com/office/drawing/2014/main" id="{A7BA18E4-467B-4AC8-B26B-B74F17C2B71B}"/>
              </a:ext>
            </a:extLst>
          </p:cNvPr>
          <p:cNvSpPr>
            <a:spLocks noGrp="1"/>
          </p:cNvSpPr>
          <p:nvPr>
            <p:ph type="sldNum" sz="quarter" idx="12"/>
          </p:nvPr>
        </p:nvSpPr>
        <p:spPr/>
        <p:txBody>
          <a:bodyPr/>
          <a:lstStyle>
            <a:lvl1pPr>
              <a:defRPr/>
            </a:lvl1pPr>
          </a:lstStyle>
          <a:p>
            <a:pPr>
              <a:defRPr/>
            </a:pPr>
            <a:fld id="{1D44A465-F72A-4CBF-8AAF-3845ADF1193D}" type="slidenum">
              <a:rPr lang="en-BR"/>
              <a:pPr>
                <a:defRPr/>
              </a:pPr>
              <a:t>‹#›</a:t>
            </a:fld>
            <a:endParaRPr lang="en-BR"/>
          </a:p>
        </p:txBody>
      </p:sp>
    </p:spTree>
    <p:extLst>
      <p:ext uri="{BB962C8B-B14F-4D97-AF65-F5344CB8AC3E}">
        <p14:creationId xmlns:p14="http://schemas.microsoft.com/office/powerpoint/2010/main" val="2807320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B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4" name="Date Placeholder 3">
            <a:extLst>
              <a:ext uri="{FF2B5EF4-FFF2-40B4-BE49-F238E27FC236}">
                <a16:creationId xmlns:a16="http://schemas.microsoft.com/office/drawing/2014/main" id="{A97FA9D5-88C3-4A3E-BB8A-C8338F16F457}"/>
              </a:ext>
            </a:extLst>
          </p:cNvPr>
          <p:cNvSpPr>
            <a:spLocks noGrp="1"/>
          </p:cNvSpPr>
          <p:nvPr>
            <p:ph type="dt" sz="half" idx="10"/>
          </p:nvPr>
        </p:nvSpPr>
        <p:spPr/>
        <p:txBody>
          <a:bodyPr/>
          <a:lstStyle>
            <a:lvl1pPr>
              <a:defRPr/>
            </a:lvl1pPr>
          </a:lstStyle>
          <a:p>
            <a:pPr>
              <a:defRPr/>
            </a:pPr>
            <a:fld id="{F5E0D35F-46AE-4323-8B4F-3815B4A834AD}" type="datetimeFigureOut">
              <a:rPr lang="LID4096"/>
              <a:pPr>
                <a:defRPr/>
              </a:pPr>
              <a:t>06/25/2026</a:t>
            </a:fld>
            <a:endParaRPr lang="en-BR"/>
          </a:p>
        </p:txBody>
      </p:sp>
      <p:sp>
        <p:nvSpPr>
          <p:cNvPr id="5" name="Footer Placeholder 4">
            <a:extLst>
              <a:ext uri="{FF2B5EF4-FFF2-40B4-BE49-F238E27FC236}">
                <a16:creationId xmlns:a16="http://schemas.microsoft.com/office/drawing/2014/main" id="{CCE97517-B8DF-4DE0-98CD-16E1A6B2C036}"/>
              </a:ext>
            </a:extLst>
          </p:cNvPr>
          <p:cNvSpPr>
            <a:spLocks noGrp="1"/>
          </p:cNvSpPr>
          <p:nvPr>
            <p:ph type="ftr" sz="quarter" idx="11"/>
          </p:nvPr>
        </p:nvSpPr>
        <p:spPr/>
        <p:txBody>
          <a:bodyPr/>
          <a:lstStyle>
            <a:lvl1pPr>
              <a:defRPr/>
            </a:lvl1pPr>
          </a:lstStyle>
          <a:p>
            <a:pPr>
              <a:defRPr/>
            </a:pPr>
            <a:endParaRPr lang="en-BR"/>
          </a:p>
        </p:txBody>
      </p:sp>
      <p:sp>
        <p:nvSpPr>
          <p:cNvPr id="6" name="Slide Number Placeholder 5">
            <a:extLst>
              <a:ext uri="{FF2B5EF4-FFF2-40B4-BE49-F238E27FC236}">
                <a16:creationId xmlns:a16="http://schemas.microsoft.com/office/drawing/2014/main" id="{2C509604-E263-43A4-B161-0ABDD8F5ACB0}"/>
              </a:ext>
            </a:extLst>
          </p:cNvPr>
          <p:cNvSpPr>
            <a:spLocks noGrp="1"/>
          </p:cNvSpPr>
          <p:nvPr>
            <p:ph type="sldNum" sz="quarter" idx="12"/>
          </p:nvPr>
        </p:nvSpPr>
        <p:spPr/>
        <p:txBody>
          <a:bodyPr/>
          <a:lstStyle>
            <a:lvl1pPr>
              <a:defRPr/>
            </a:lvl1pPr>
          </a:lstStyle>
          <a:p>
            <a:pPr>
              <a:defRPr/>
            </a:pPr>
            <a:fld id="{2451637C-FC7E-43BE-AC8A-A8B8D7ADBC69}" type="slidenum">
              <a:rPr lang="en-BR"/>
              <a:pPr>
                <a:defRPr/>
              </a:pPr>
              <a:t>‹#›</a:t>
            </a:fld>
            <a:endParaRPr lang="en-BR"/>
          </a:p>
        </p:txBody>
      </p:sp>
    </p:spTree>
    <p:extLst>
      <p:ext uri="{BB962C8B-B14F-4D97-AF65-F5344CB8AC3E}">
        <p14:creationId xmlns:p14="http://schemas.microsoft.com/office/powerpoint/2010/main" val="3904851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B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DE3F03-3FD7-4AB3-A9E6-193C05A4D3A1}"/>
              </a:ext>
            </a:extLst>
          </p:cNvPr>
          <p:cNvSpPr>
            <a:spLocks noGrp="1"/>
          </p:cNvSpPr>
          <p:nvPr>
            <p:ph type="dt" sz="half" idx="10"/>
          </p:nvPr>
        </p:nvSpPr>
        <p:spPr/>
        <p:txBody>
          <a:bodyPr/>
          <a:lstStyle>
            <a:lvl1pPr>
              <a:defRPr/>
            </a:lvl1pPr>
          </a:lstStyle>
          <a:p>
            <a:pPr>
              <a:defRPr/>
            </a:pPr>
            <a:fld id="{9CEC28BC-C141-4B11-91C0-38AA9B9776C8}" type="datetimeFigureOut">
              <a:rPr lang="LID4096"/>
              <a:pPr>
                <a:defRPr/>
              </a:pPr>
              <a:t>06/25/2026</a:t>
            </a:fld>
            <a:endParaRPr lang="en-BR"/>
          </a:p>
        </p:txBody>
      </p:sp>
      <p:sp>
        <p:nvSpPr>
          <p:cNvPr id="5" name="Footer Placeholder 4">
            <a:extLst>
              <a:ext uri="{FF2B5EF4-FFF2-40B4-BE49-F238E27FC236}">
                <a16:creationId xmlns:a16="http://schemas.microsoft.com/office/drawing/2014/main" id="{A54D9EE7-1B82-441A-B19F-415BBFBD8221}"/>
              </a:ext>
            </a:extLst>
          </p:cNvPr>
          <p:cNvSpPr>
            <a:spLocks noGrp="1"/>
          </p:cNvSpPr>
          <p:nvPr>
            <p:ph type="ftr" sz="quarter" idx="11"/>
          </p:nvPr>
        </p:nvSpPr>
        <p:spPr/>
        <p:txBody>
          <a:bodyPr/>
          <a:lstStyle>
            <a:lvl1pPr>
              <a:defRPr/>
            </a:lvl1pPr>
          </a:lstStyle>
          <a:p>
            <a:pPr>
              <a:defRPr/>
            </a:pPr>
            <a:endParaRPr lang="en-BR"/>
          </a:p>
        </p:txBody>
      </p:sp>
      <p:sp>
        <p:nvSpPr>
          <p:cNvPr id="6" name="Slide Number Placeholder 5">
            <a:extLst>
              <a:ext uri="{FF2B5EF4-FFF2-40B4-BE49-F238E27FC236}">
                <a16:creationId xmlns:a16="http://schemas.microsoft.com/office/drawing/2014/main" id="{3ABFF998-4D90-4635-8312-0DA795115589}"/>
              </a:ext>
            </a:extLst>
          </p:cNvPr>
          <p:cNvSpPr>
            <a:spLocks noGrp="1"/>
          </p:cNvSpPr>
          <p:nvPr>
            <p:ph type="sldNum" sz="quarter" idx="12"/>
          </p:nvPr>
        </p:nvSpPr>
        <p:spPr/>
        <p:txBody>
          <a:bodyPr/>
          <a:lstStyle>
            <a:lvl1pPr>
              <a:defRPr/>
            </a:lvl1pPr>
          </a:lstStyle>
          <a:p>
            <a:pPr>
              <a:defRPr/>
            </a:pPr>
            <a:fld id="{C8EFC5DC-714F-4C9F-962A-531DFB285FC0}" type="slidenum">
              <a:rPr lang="en-BR"/>
              <a:pPr>
                <a:defRPr/>
              </a:pPr>
              <a:t>‹#›</a:t>
            </a:fld>
            <a:endParaRPr lang="en-BR"/>
          </a:p>
        </p:txBody>
      </p:sp>
    </p:spTree>
    <p:extLst>
      <p:ext uri="{BB962C8B-B14F-4D97-AF65-F5344CB8AC3E}">
        <p14:creationId xmlns:p14="http://schemas.microsoft.com/office/powerpoint/2010/main" val="56953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B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5" name="Date Placeholder 3">
            <a:extLst>
              <a:ext uri="{FF2B5EF4-FFF2-40B4-BE49-F238E27FC236}">
                <a16:creationId xmlns:a16="http://schemas.microsoft.com/office/drawing/2014/main" id="{6C2A40BC-AC8F-4846-98C9-130B4D492E74}"/>
              </a:ext>
            </a:extLst>
          </p:cNvPr>
          <p:cNvSpPr>
            <a:spLocks noGrp="1"/>
          </p:cNvSpPr>
          <p:nvPr>
            <p:ph type="dt" sz="half" idx="10"/>
          </p:nvPr>
        </p:nvSpPr>
        <p:spPr/>
        <p:txBody>
          <a:bodyPr/>
          <a:lstStyle>
            <a:lvl1pPr>
              <a:defRPr/>
            </a:lvl1pPr>
          </a:lstStyle>
          <a:p>
            <a:pPr>
              <a:defRPr/>
            </a:pPr>
            <a:fld id="{E6A663F4-1B63-4E38-988B-BFB1CFD12FDC}" type="datetimeFigureOut">
              <a:rPr lang="LID4096"/>
              <a:pPr>
                <a:defRPr/>
              </a:pPr>
              <a:t>06/25/2026</a:t>
            </a:fld>
            <a:endParaRPr lang="en-BR"/>
          </a:p>
        </p:txBody>
      </p:sp>
      <p:sp>
        <p:nvSpPr>
          <p:cNvPr id="6" name="Footer Placeholder 4">
            <a:extLst>
              <a:ext uri="{FF2B5EF4-FFF2-40B4-BE49-F238E27FC236}">
                <a16:creationId xmlns:a16="http://schemas.microsoft.com/office/drawing/2014/main" id="{22DF7A95-0545-4B71-B566-DFE1C63A6D29}"/>
              </a:ext>
            </a:extLst>
          </p:cNvPr>
          <p:cNvSpPr>
            <a:spLocks noGrp="1"/>
          </p:cNvSpPr>
          <p:nvPr>
            <p:ph type="ftr" sz="quarter" idx="11"/>
          </p:nvPr>
        </p:nvSpPr>
        <p:spPr/>
        <p:txBody>
          <a:bodyPr/>
          <a:lstStyle>
            <a:lvl1pPr>
              <a:defRPr/>
            </a:lvl1pPr>
          </a:lstStyle>
          <a:p>
            <a:pPr>
              <a:defRPr/>
            </a:pPr>
            <a:endParaRPr lang="en-BR"/>
          </a:p>
        </p:txBody>
      </p:sp>
      <p:sp>
        <p:nvSpPr>
          <p:cNvPr id="7" name="Slide Number Placeholder 5">
            <a:extLst>
              <a:ext uri="{FF2B5EF4-FFF2-40B4-BE49-F238E27FC236}">
                <a16:creationId xmlns:a16="http://schemas.microsoft.com/office/drawing/2014/main" id="{AFAD4078-7F22-42EF-8616-B91E92B3D1C6}"/>
              </a:ext>
            </a:extLst>
          </p:cNvPr>
          <p:cNvSpPr>
            <a:spLocks noGrp="1"/>
          </p:cNvSpPr>
          <p:nvPr>
            <p:ph type="sldNum" sz="quarter" idx="12"/>
          </p:nvPr>
        </p:nvSpPr>
        <p:spPr/>
        <p:txBody>
          <a:bodyPr/>
          <a:lstStyle>
            <a:lvl1pPr>
              <a:defRPr/>
            </a:lvl1pPr>
          </a:lstStyle>
          <a:p>
            <a:pPr>
              <a:defRPr/>
            </a:pPr>
            <a:fld id="{68C32A3A-BF5A-4A5F-BD5F-F1A402977339}" type="slidenum">
              <a:rPr lang="en-BR"/>
              <a:pPr>
                <a:defRPr/>
              </a:pPr>
              <a:t>‹#›</a:t>
            </a:fld>
            <a:endParaRPr lang="en-BR"/>
          </a:p>
        </p:txBody>
      </p:sp>
    </p:spTree>
    <p:extLst>
      <p:ext uri="{BB962C8B-B14F-4D97-AF65-F5344CB8AC3E}">
        <p14:creationId xmlns:p14="http://schemas.microsoft.com/office/powerpoint/2010/main" val="427752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B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7" name="Date Placeholder 3">
            <a:extLst>
              <a:ext uri="{FF2B5EF4-FFF2-40B4-BE49-F238E27FC236}">
                <a16:creationId xmlns:a16="http://schemas.microsoft.com/office/drawing/2014/main" id="{9C446ADC-90C4-4E89-80E2-C27D7B07B318}"/>
              </a:ext>
            </a:extLst>
          </p:cNvPr>
          <p:cNvSpPr>
            <a:spLocks noGrp="1"/>
          </p:cNvSpPr>
          <p:nvPr>
            <p:ph type="dt" sz="half" idx="10"/>
          </p:nvPr>
        </p:nvSpPr>
        <p:spPr/>
        <p:txBody>
          <a:bodyPr/>
          <a:lstStyle>
            <a:lvl1pPr>
              <a:defRPr/>
            </a:lvl1pPr>
          </a:lstStyle>
          <a:p>
            <a:pPr>
              <a:defRPr/>
            </a:pPr>
            <a:fld id="{4B568FA8-4712-473B-A0C6-2D18BD69557D}" type="datetimeFigureOut">
              <a:rPr lang="LID4096"/>
              <a:pPr>
                <a:defRPr/>
              </a:pPr>
              <a:t>06/25/2026</a:t>
            </a:fld>
            <a:endParaRPr lang="en-BR"/>
          </a:p>
        </p:txBody>
      </p:sp>
      <p:sp>
        <p:nvSpPr>
          <p:cNvPr id="8" name="Footer Placeholder 4">
            <a:extLst>
              <a:ext uri="{FF2B5EF4-FFF2-40B4-BE49-F238E27FC236}">
                <a16:creationId xmlns:a16="http://schemas.microsoft.com/office/drawing/2014/main" id="{C92D15CC-10BA-43BA-838E-53B5C7256320}"/>
              </a:ext>
            </a:extLst>
          </p:cNvPr>
          <p:cNvSpPr>
            <a:spLocks noGrp="1"/>
          </p:cNvSpPr>
          <p:nvPr>
            <p:ph type="ftr" sz="quarter" idx="11"/>
          </p:nvPr>
        </p:nvSpPr>
        <p:spPr/>
        <p:txBody>
          <a:bodyPr/>
          <a:lstStyle>
            <a:lvl1pPr>
              <a:defRPr/>
            </a:lvl1pPr>
          </a:lstStyle>
          <a:p>
            <a:pPr>
              <a:defRPr/>
            </a:pPr>
            <a:endParaRPr lang="en-BR"/>
          </a:p>
        </p:txBody>
      </p:sp>
      <p:sp>
        <p:nvSpPr>
          <p:cNvPr id="9" name="Slide Number Placeholder 5">
            <a:extLst>
              <a:ext uri="{FF2B5EF4-FFF2-40B4-BE49-F238E27FC236}">
                <a16:creationId xmlns:a16="http://schemas.microsoft.com/office/drawing/2014/main" id="{37716881-6B40-45F4-95D9-BF751529009D}"/>
              </a:ext>
            </a:extLst>
          </p:cNvPr>
          <p:cNvSpPr>
            <a:spLocks noGrp="1"/>
          </p:cNvSpPr>
          <p:nvPr>
            <p:ph type="sldNum" sz="quarter" idx="12"/>
          </p:nvPr>
        </p:nvSpPr>
        <p:spPr/>
        <p:txBody>
          <a:bodyPr/>
          <a:lstStyle>
            <a:lvl1pPr>
              <a:defRPr/>
            </a:lvl1pPr>
          </a:lstStyle>
          <a:p>
            <a:pPr>
              <a:defRPr/>
            </a:pPr>
            <a:fld id="{F9EF2DEC-A5B4-4AE8-951E-F24A875D0CAE}" type="slidenum">
              <a:rPr lang="en-BR"/>
              <a:pPr>
                <a:defRPr/>
              </a:pPr>
              <a:t>‹#›</a:t>
            </a:fld>
            <a:endParaRPr lang="en-BR"/>
          </a:p>
        </p:txBody>
      </p:sp>
    </p:spTree>
    <p:extLst>
      <p:ext uri="{BB962C8B-B14F-4D97-AF65-F5344CB8AC3E}">
        <p14:creationId xmlns:p14="http://schemas.microsoft.com/office/powerpoint/2010/main" val="2129759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BR"/>
          </a:p>
        </p:txBody>
      </p:sp>
      <p:sp>
        <p:nvSpPr>
          <p:cNvPr id="3" name="Date Placeholder 3">
            <a:extLst>
              <a:ext uri="{FF2B5EF4-FFF2-40B4-BE49-F238E27FC236}">
                <a16:creationId xmlns:a16="http://schemas.microsoft.com/office/drawing/2014/main" id="{148EB2F7-77A3-46E8-84B2-C9EF0632B6C2}"/>
              </a:ext>
            </a:extLst>
          </p:cNvPr>
          <p:cNvSpPr>
            <a:spLocks noGrp="1"/>
          </p:cNvSpPr>
          <p:nvPr>
            <p:ph type="dt" sz="half" idx="10"/>
          </p:nvPr>
        </p:nvSpPr>
        <p:spPr/>
        <p:txBody>
          <a:bodyPr/>
          <a:lstStyle>
            <a:lvl1pPr>
              <a:defRPr/>
            </a:lvl1pPr>
          </a:lstStyle>
          <a:p>
            <a:pPr>
              <a:defRPr/>
            </a:pPr>
            <a:fld id="{CABCFE75-B28C-40B0-970C-717580F57267}" type="datetimeFigureOut">
              <a:rPr lang="LID4096"/>
              <a:pPr>
                <a:defRPr/>
              </a:pPr>
              <a:t>06/25/2026</a:t>
            </a:fld>
            <a:endParaRPr lang="en-BR"/>
          </a:p>
        </p:txBody>
      </p:sp>
      <p:sp>
        <p:nvSpPr>
          <p:cNvPr id="4" name="Footer Placeholder 4">
            <a:extLst>
              <a:ext uri="{FF2B5EF4-FFF2-40B4-BE49-F238E27FC236}">
                <a16:creationId xmlns:a16="http://schemas.microsoft.com/office/drawing/2014/main" id="{3A418D11-BB4A-4041-9912-D07F33CF13D7}"/>
              </a:ext>
            </a:extLst>
          </p:cNvPr>
          <p:cNvSpPr>
            <a:spLocks noGrp="1"/>
          </p:cNvSpPr>
          <p:nvPr>
            <p:ph type="ftr" sz="quarter" idx="11"/>
          </p:nvPr>
        </p:nvSpPr>
        <p:spPr/>
        <p:txBody>
          <a:bodyPr/>
          <a:lstStyle>
            <a:lvl1pPr>
              <a:defRPr/>
            </a:lvl1pPr>
          </a:lstStyle>
          <a:p>
            <a:pPr>
              <a:defRPr/>
            </a:pPr>
            <a:endParaRPr lang="en-BR"/>
          </a:p>
        </p:txBody>
      </p:sp>
      <p:sp>
        <p:nvSpPr>
          <p:cNvPr id="5" name="Slide Number Placeholder 5">
            <a:extLst>
              <a:ext uri="{FF2B5EF4-FFF2-40B4-BE49-F238E27FC236}">
                <a16:creationId xmlns:a16="http://schemas.microsoft.com/office/drawing/2014/main" id="{9D5271A1-5B2C-4D99-B9B0-2C37F7DD740E}"/>
              </a:ext>
            </a:extLst>
          </p:cNvPr>
          <p:cNvSpPr>
            <a:spLocks noGrp="1"/>
          </p:cNvSpPr>
          <p:nvPr>
            <p:ph type="sldNum" sz="quarter" idx="12"/>
          </p:nvPr>
        </p:nvSpPr>
        <p:spPr/>
        <p:txBody>
          <a:bodyPr/>
          <a:lstStyle>
            <a:lvl1pPr>
              <a:defRPr/>
            </a:lvl1pPr>
          </a:lstStyle>
          <a:p>
            <a:pPr>
              <a:defRPr/>
            </a:pPr>
            <a:fld id="{9FE26AA4-BFD9-4DD3-A431-BB6C1D896A26}" type="slidenum">
              <a:rPr lang="en-BR"/>
              <a:pPr>
                <a:defRPr/>
              </a:pPr>
              <a:t>‹#›</a:t>
            </a:fld>
            <a:endParaRPr lang="en-BR"/>
          </a:p>
        </p:txBody>
      </p:sp>
    </p:spTree>
    <p:extLst>
      <p:ext uri="{BB962C8B-B14F-4D97-AF65-F5344CB8AC3E}">
        <p14:creationId xmlns:p14="http://schemas.microsoft.com/office/powerpoint/2010/main" val="2728068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B179A4D-70B4-46F3-9FBE-025B0EE14DDB}"/>
              </a:ext>
            </a:extLst>
          </p:cNvPr>
          <p:cNvSpPr>
            <a:spLocks noGrp="1"/>
          </p:cNvSpPr>
          <p:nvPr>
            <p:ph type="dt" sz="half" idx="10"/>
          </p:nvPr>
        </p:nvSpPr>
        <p:spPr/>
        <p:txBody>
          <a:bodyPr/>
          <a:lstStyle>
            <a:lvl1pPr>
              <a:defRPr/>
            </a:lvl1pPr>
          </a:lstStyle>
          <a:p>
            <a:pPr>
              <a:defRPr/>
            </a:pPr>
            <a:fld id="{290F2034-B6FA-4149-9629-B4FD411BC368}" type="datetimeFigureOut">
              <a:rPr lang="LID4096"/>
              <a:pPr>
                <a:defRPr/>
              </a:pPr>
              <a:t>06/25/2026</a:t>
            </a:fld>
            <a:endParaRPr lang="en-BR"/>
          </a:p>
        </p:txBody>
      </p:sp>
      <p:sp>
        <p:nvSpPr>
          <p:cNvPr id="3" name="Footer Placeholder 4">
            <a:extLst>
              <a:ext uri="{FF2B5EF4-FFF2-40B4-BE49-F238E27FC236}">
                <a16:creationId xmlns:a16="http://schemas.microsoft.com/office/drawing/2014/main" id="{7633EE21-75A5-41F5-853E-5E3468FFB23A}"/>
              </a:ext>
            </a:extLst>
          </p:cNvPr>
          <p:cNvSpPr>
            <a:spLocks noGrp="1"/>
          </p:cNvSpPr>
          <p:nvPr>
            <p:ph type="ftr" sz="quarter" idx="11"/>
          </p:nvPr>
        </p:nvSpPr>
        <p:spPr/>
        <p:txBody>
          <a:bodyPr/>
          <a:lstStyle>
            <a:lvl1pPr>
              <a:defRPr/>
            </a:lvl1pPr>
          </a:lstStyle>
          <a:p>
            <a:pPr>
              <a:defRPr/>
            </a:pPr>
            <a:endParaRPr lang="en-BR"/>
          </a:p>
        </p:txBody>
      </p:sp>
      <p:sp>
        <p:nvSpPr>
          <p:cNvPr id="4" name="Slide Number Placeholder 5">
            <a:extLst>
              <a:ext uri="{FF2B5EF4-FFF2-40B4-BE49-F238E27FC236}">
                <a16:creationId xmlns:a16="http://schemas.microsoft.com/office/drawing/2014/main" id="{81C047E7-409B-4005-9C8C-FAA2ED77E602}"/>
              </a:ext>
            </a:extLst>
          </p:cNvPr>
          <p:cNvSpPr>
            <a:spLocks noGrp="1"/>
          </p:cNvSpPr>
          <p:nvPr>
            <p:ph type="sldNum" sz="quarter" idx="12"/>
          </p:nvPr>
        </p:nvSpPr>
        <p:spPr/>
        <p:txBody>
          <a:bodyPr/>
          <a:lstStyle>
            <a:lvl1pPr>
              <a:defRPr/>
            </a:lvl1pPr>
          </a:lstStyle>
          <a:p>
            <a:pPr>
              <a:defRPr/>
            </a:pPr>
            <a:fld id="{64600873-C9E1-4E02-B8B8-36028AC6303C}" type="slidenum">
              <a:rPr lang="en-BR"/>
              <a:pPr>
                <a:defRPr/>
              </a:pPr>
              <a:t>‹#›</a:t>
            </a:fld>
            <a:endParaRPr lang="en-BR"/>
          </a:p>
        </p:txBody>
      </p:sp>
    </p:spTree>
    <p:extLst>
      <p:ext uri="{BB962C8B-B14F-4D97-AF65-F5344CB8AC3E}">
        <p14:creationId xmlns:p14="http://schemas.microsoft.com/office/powerpoint/2010/main" val="22406884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8C47C4DA-817D-4DDE-9336-C0484B1232FE}"/>
              </a:ext>
            </a:extLst>
          </p:cNvPr>
          <p:cNvSpPr>
            <a:spLocks noGrp="1"/>
          </p:cNvSpPr>
          <p:nvPr>
            <p:ph type="dt" sz="half" idx="10"/>
          </p:nvPr>
        </p:nvSpPr>
        <p:spPr/>
        <p:txBody>
          <a:bodyPr/>
          <a:lstStyle>
            <a:lvl1pPr>
              <a:defRPr/>
            </a:lvl1pPr>
          </a:lstStyle>
          <a:p>
            <a:pPr>
              <a:defRPr/>
            </a:pPr>
            <a:fld id="{CDF8E95F-A2F0-486E-B76C-C959D4206656}" type="datetimeFigureOut">
              <a:rPr lang="LID4096"/>
              <a:pPr>
                <a:defRPr/>
              </a:pPr>
              <a:t>06/25/2026</a:t>
            </a:fld>
            <a:endParaRPr lang="en-BR"/>
          </a:p>
        </p:txBody>
      </p:sp>
      <p:sp>
        <p:nvSpPr>
          <p:cNvPr id="6" name="Footer Placeholder 4">
            <a:extLst>
              <a:ext uri="{FF2B5EF4-FFF2-40B4-BE49-F238E27FC236}">
                <a16:creationId xmlns:a16="http://schemas.microsoft.com/office/drawing/2014/main" id="{B2C260D7-2FCD-48D4-820E-EC19E78A05CB}"/>
              </a:ext>
            </a:extLst>
          </p:cNvPr>
          <p:cNvSpPr>
            <a:spLocks noGrp="1"/>
          </p:cNvSpPr>
          <p:nvPr>
            <p:ph type="ftr" sz="quarter" idx="11"/>
          </p:nvPr>
        </p:nvSpPr>
        <p:spPr/>
        <p:txBody>
          <a:bodyPr/>
          <a:lstStyle>
            <a:lvl1pPr>
              <a:defRPr/>
            </a:lvl1pPr>
          </a:lstStyle>
          <a:p>
            <a:pPr>
              <a:defRPr/>
            </a:pPr>
            <a:endParaRPr lang="en-BR"/>
          </a:p>
        </p:txBody>
      </p:sp>
      <p:sp>
        <p:nvSpPr>
          <p:cNvPr id="7" name="Slide Number Placeholder 5">
            <a:extLst>
              <a:ext uri="{FF2B5EF4-FFF2-40B4-BE49-F238E27FC236}">
                <a16:creationId xmlns:a16="http://schemas.microsoft.com/office/drawing/2014/main" id="{EA1E3CC2-54AE-4D2B-9267-262DFCE00D96}"/>
              </a:ext>
            </a:extLst>
          </p:cNvPr>
          <p:cNvSpPr>
            <a:spLocks noGrp="1"/>
          </p:cNvSpPr>
          <p:nvPr>
            <p:ph type="sldNum" sz="quarter" idx="12"/>
          </p:nvPr>
        </p:nvSpPr>
        <p:spPr/>
        <p:txBody>
          <a:bodyPr/>
          <a:lstStyle>
            <a:lvl1pPr>
              <a:defRPr/>
            </a:lvl1pPr>
          </a:lstStyle>
          <a:p>
            <a:pPr>
              <a:defRPr/>
            </a:pPr>
            <a:fld id="{60AECD96-0317-4543-96AD-75D8769A7CED}" type="slidenum">
              <a:rPr lang="en-BR"/>
              <a:pPr>
                <a:defRPr/>
              </a:pPr>
              <a:t>‹#›</a:t>
            </a:fld>
            <a:endParaRPr lang="en-BR"/>
          </a:p>
        </p:txBody>
      </p:sp>
    </p:spTree>
    <p:extLst>
      <p:ext uri="{BB962C8B-B14F-4D97-AF65-F5344CB8AC3E}">
        <p14:creationId xmlns:p14="http://schemas.microsoft.com/office/powerpoint/2010/main" val="3725854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BR"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F8C874B0-0CC2-4309-873C-B78D89B5DB16}"/>
              </a:ext>
            </a:extLst>
          </p:cNvPr>
          <p:cNvSpPr>
            <a:spLocks noGrp="1"/>
          </p:cNvSpPr>
          <p:nvPr>
            <p:ph type="dt" sz="half" idx="10"/>
          </p:nvPr>
        </p:nvSpPr>
        <p:spPr/>
        <p:txBody>
          <a:bodyPr/>
          <a:lstStyle>
            <a:lvl1pPr>
              <a:defRPr/>
            </a:lvl1pPr>
          </a:lstStyle>
          <a:p>
            <a:pPr>
              <a:defRPr/>
            </a:pPr>
            <a:fld id="{A2E67FA7-4906-434A-BED8-3A29D453A0A7}" type="datetimeFigureOut">
              <a:rPr lang="LID4096"/>
              <a:pPr>
                <a:defRPr/>
              </a:pPr>
              <a:t>06/25/2026</a:t>
            </a:fld>
            <a:endParaRPr lang="en-BR"/>
          </a:p>
        </p:txBody>
      </p:sp>
      <p:sp>
        <p:nvSpPr>
          <p:cNvPr id="6" name="Footer Placeholder 4">
            <a:extLst>
              <a:ext uri="{FF2B5EF4-FFF2-40B4-BE49-F238E27FC236}">
                <a16:creationId xmlns:a16="http://schemas.microsoft.com/office/drawing/2014/main" id="{652FA53D-D389-4AD5-BA17-9842181514AF}"/>
              </a:ext>
            </a:extLst>
          </p:cNvPr>
          <p:cNvSpPr>
            <a:spLocks noGrp="1"/>
          </p:cNvSpPr>
          <p:nvPr>
            <p:ph type="ftr" sz="quarter" idx="11"/>
          </p:nvPr>
        </p:nvSpPr>
        <p:spPr/>
        <p:txBody>
          <a:bodyPr/>
          <a:lstStyle>
            <a:lvl1pPr>
              <a:defRPr/>
            </a:lvl1pPr>
          </a:lstStyle>
          <a:p>
            <a:pPr>
              <a:defRPr/>
            </a:pPr>
            <a:endParaRPr lang="en-BR"/>
          </a:p>
        </p:txBody>
      </p:sp>
      <p:sp>
        <p:nvSpPr>
          <p:cNvPr id="7" name="Slide Number Placeholder 5">
            <a:extLst>
              <a:ext uri="{FF2B5EF4-FFF2-40B4-BE49-F238E27FC236}">
                <a16:creationId xmlns:a16="http://schemas.microsoft.com/office/drawing/2014/main" id="{1F1567B7-D4AA-4A2F-BE69-FED9314E9BA0}"/>
              </a:ext>
            </a:extLst>
          </p:cNvPr>
          <p:cNvSpPr>
            <a:spLocks noGrp="1"/>
          </p:cNvSpPr>
          <p:nvPr>
            <p:ph type="sldNum" sz="quarter" idx="12"/>
          </p:nvPr>
        </p:nvSpPr>
        <p:spPr/>
        <p:txBody>
          <a:bodyPr/>
          <a:lstStyle>
            <a:lvl1pPr>
              <a:defRPr/>
            </a:lvl1pPr>
          </a:lstStyle>
          <a:p>
            <a:pPr>
              <a:defRPr/>
            </a:pPr>
            <a:fld id="{CB012577-2E07-4D38-A8BC-5E18AF6413FF}" type="slidenum">
              <a:rPr lang="en-BR"/>
              <a:pPr>
                <a:defRPr/>
              </a:pPr>
              <a:t>‹#›</a:t>
            </a:fld>
            <a:endParaRPr lang="en-BR"/>
          </a:p>
        </p:txBody>
      </p:sp>
    </p:spTree>
    <p:extLst>
      <p:ext uri="{BB962C8B-B14F-4D97-AF65-F5344CB8AC3E}">
        <p14:creationId xmlns:p14="http://schemas.microsoft.com/office/powerpoint/2010/main" val="2283154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B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4" name="Date Placeholder 3">
            <a:extLst>
              <a:ext uri="{FF2B5EF4-FFF2-40B4-BE49-F238E27FC236}">
                <a16:creationId xmlns:a16="http://schemas.microsoft.com/office/drawing/2014/main" id="{24D62B04-C917-4E74-B94A-BE8C5A48708B}"/>
              </a:ext>
            </a:extLst>
          </p:cNvPr>
          <p:cNvSpPr>
            <a:spLocks noGrp="1"/>
          </p:cNvSpPr>
          <p:nvPr>
            <p:ph type="dt" sz="half" idx="10"/>
          </p:nvPr>
        </p:nvSpPr>
        <p:spPr/>
        <p:txBody>
          <a:bodyPr/>
          <a:lstStyle>
            <a:lvl1pPr>
              <a:defRPr/>
            </a:lvl1pPr>
          </a:lstStyle>
          <a:p>
            <a:pPr>
              <a:defRPr/>
            </a:pPr>
            <a:fld id="{EC12EC49-A648-4216-BE74-12256ABD4BF9}" type="datetimeFigureOut">
              <a:rPr lang="LID4096"/>
              <a:pPr>
                <a:defRPr/>
              </a:pPr>
              <a:t>06/25/2026</a:t>
            </a:fld>
            <a:endParaRPr lang="en-BR"/>
          </a:p>
        </p:txBody>
      </p:sp>
      <p:sp>
        <p:nvSpPr>
          <p:cNvPr id="5" name="Footer Placeholder 4">
            <a:extLst>
              <a:ext uri="{FF2B5EF4-FFF2-40B4-BE49-F238E27FC236}">
                <a16:creationId xmlns:a16="http://schemas.microsoft.com/office/drawing/2014/main" id="{0BC0D01E-EF0F-4730-BF90-820469CE725E}"/>
              </a:ext>
            </a:extLst>
          </p:cNvPr>
          <p:cNvSpPr>
            <a:spLocks noGrp="1"/>
          </p:cNvSpPr>
          <p:nvPr>
            <p:ph type="ftr" sz="quarter" idx="11"/>
          </p:nvPr>
        </p:nvSpPr>
        <p:spPr/>
        <p:txBody>
          <a:bodyPr/>
          <a:lstStyle>
            <a:lvl1pPr>
              <a:defRPr/>
            </a:lvl1pPr>
          </a:lstStyle>
          <a:p>
            <a:pPr>
              <a:defRPr/>
            </a:pPr>
            <a:endParaRPr lang="en-BR"/>
          </a:p>
        </p:txBody>
      </p:sp>
      <p:sp>
        <p:nvSpPr>
          <p:cNvPr id="6" name="Slide Number Placeholder 5">
            <a:extLst>
              <a:ext uri="{FF2B5EF4-FFF2-40B4-BE49-F238E27FC236}">
                <a16:creationId xmlns:a16="http://schemas.microsoft.com/office/drawing/2014/main" id="{538653A2-76AE-416E-859E-760DE6F8AD9C}"/>
              </a:ext>
            </a:extLst>
          </p:cNvPr>
          <p:cNvSpPr>
            <a:spLocks noGrp="1"/>
          </p:cNvSpPr>
          <p:nvPr>
            <p:ph type="sldNum" sz="quarter" idx="12"/>
          </p:nvPr>
        </p:nvSpPr>
        <p:spPr/>
        <p:txBody>
          <a:bodyPr/>
          <a:lstStyle>
            <a:lvl1pPr>
              <a:defRPr/>
            </a:lvl1pPr>
          </a:lstStyle>
          <a:p>
            <a:pPr>
              <a:defRPr/>
            </a:pPr>
            <a:fld id="{928F2060-1CAA-4B73-825A-0144F00C7AB0}" type="slidenum">
              <a:rPr lang="en-BR"/>
              <a:pPr>
                <a:defRPr/>
              </a:pPr>
              <a:t>‹#›</a:t>
            </a:fld>
            <a:endParaRPr lang="en-BR"/>
          </a:p>
        </p:txBody>
      </p:sp>
    </p:spTree>
    <p:extLst>
      <p:ext uri="{BB962C8B-B14F-4D97-AF65-F5344CB8AC3E}">
        <p14:creationId xmlns:p14="http://schemas.microsoft.com/office/powerpoint/2010/main" val="81158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B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4" name="Date Placeholder 3">
            <a:extLst>
              <a:ext uri="{FF2B5EF4-FFF2-40B4-BE49-F238E27FC236}">
                <a16:creationId xmlns:a16="http://schemas.microsoft.com/office/drawing/2014/main" id="{C7BC7EAA-AAB6-4697-AAC2-E247C1E65365}"/>
              </a:ext>
            </a:extLst>
          </p:cNvPr>
          <p:cNvSpPr>
            <a:spLocks noGrp="1"/>
          </p:cNvSpPr>
          <p:nvPr>
            <p:ph type="dt" sz="half" idx="10"/>
          </p:nvPr>
        </p:nvSpPr>
        <p:spPr/>
        <p:txBody>
          <a:bodyPr/>
          <a:lstStyle>
            <a:lvl1pPr>
              <a:defRPr/>
            </a:lvl1pPr>
          </a:lstStyle>
          <a:p>
            <a:pPr>
              <a:defRPr/>
            </a:pPr>
            <a:fld id="{9B134C10-978D-4BC0-986E-B164752539E7}" type="datetimeFigureOut">
              <a:rPr lang="LID4096"/>
              <a:pPr>
                <a:defRPr/>
              </a:pPr>
              <a:t>06/25/2026</a:t>
            </a:fld>
            <a:endParaRPr lang="en-BR"/>
          </a:p>
        </p:txBody>
      </p:sp>
      <p:sp>
        <p:nvSpPr>
          <p:cNvPr id="5" name="Footer Placeholder 4">
            <a:extLst>
              <a:ext uri="{FF2B5EF4-FFF2-40B4-BE49-F238E27FC236}">
                <a16:creationId xmlns:a16="http://schemas.microsoft.com/office/drawing/2014/main" id="{0238D97B-13D5-4C3D-B3F3-F763B83FDE4B}"/>
              </a:ext>
            </a:extLst>
          </p:cNvPr>
          <p:cNvSpPr>
            <a:spLocks noGrp="1"/>
          </p:cNvSpPr>
          <p:nvPr>
            <p:ph type="ftr" sz="quarter" idx="11"/>
          </p:nvPr>
        </p:nvSpPr>
        <p:spPr/>
        <p:txBody>
          <a:bodyPr/>
          <a:lstStyle>
            <a:lvl1pPr>
              <a:defRPr/>
            </a:lvl1pPr>
          </a:lstStyle>
          <a:p>
            <a:pPr>
              <a:defRPr/>
            </a:pPr>
            <a:endParaRPr lang="en-BR"/>
          </a:p>
        </p:txBody>
      </p:sp>
      <p:sp>
        <p:nvSpPr>
          <p:cNvPr id="6" name="Slide Number Placeholder 5">
            <a:extLst>
              <a:ext uri="{FF2B5EF4-FFF2-40B4-BE49-F238E27FC236}">
                <a16:creationId xmlns:a16="http://schemas.microsoft.com/office/drawing/2014/main" id="{9801D08A-B5D5-457B-8337-C40551DDC4E6}"/>
              </a:ext>
            </a:extLst>
          </p:cNvPr>
          <p:cNvSpPr>
            <a:spLocks noGrp="1"/>
          </p:cNvSpPr>
          <p:nvPr>
            <p:ph type="sldNum" sz="quarter" idx="12"/>
          </p:nvPr>
        </p:nvSpPr>
        <p:spPr/>
        <p:txBody>
          <a:bodyPr/>
          <a:lstStyle>
            <a:lvl1pPr>
              <a:defRPr/>
            </a:lvl1pPr>
          </a:lstStyle>
          <a:p>
            <a:pPr>
              <a:defRPr/>
            </a:pPr>
            <a:fld id="{D465B5E3-71F3-4383-A59C-EEE58A819D9A}" type="slidenum">
              <a:rPr lang="en-BR"/>
              <a:pPr>
                <a:defRPr/>
              </a:pPr>
              <a:t>‹#›</a:t>
            </a:fld>
            <a:endParaRPr lang="en-BR"/>
          </a:p>
        </p:txBody>
      </p:sp>
    </p:spTree>
    <p:extLst>
      <p:ext uri="{BB962C8B-B14F-4D97-AF65-F5344CB8AC3E}">
        <p14:creationId xmlns:p14="http://schemas.microsoft.com/office/powerpoint/2010/main" val="21710958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bg>
      <p:bgPr>
        <a:blipFill dpi="0" rotWithShape="0">
          <a:blip r:embed="rId2"/>
          <a:srcRect/>
          <a:stretch>
            <a:fillRect/>
          </a:stretch>
        </a:blip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ctrTitle"/>
          </p:nvPr>
        </p:nvSpPr>
        <p:spPr>
          <a:xfrm>
            <a:off x="1240800" y="2741333"/>
            <a:ext cx="9710400" cy="778800"/>
          </a:xfrm>
          <a:prstGeom prst="rect">
            <a:avLst/>
          </a:prstGeom>
        </p:spPr>
        <p:txBody>
          <a:bodyPr spcFirstLastPara="1" lIns="0" tIns="0" rIns="0" bIns="0" anchor="b">
            <a:noAutofit/>
          </a:bodyPr>
          <a:lstStyle>
            <a:lvl1pPr lvl="0" rtl="0">
              <a:spcBef>
                <a:spcPts val="0"/>
              </a:spcBef>
              <a:spcAft>
                <a:spcPts val="0"/>
              </a:spcAft>
              <a:buSzPts val="4400"/>
              <a:buNone/>
              <a:defRPr sz="5867"/>
            </a:lvl1pPr>
            <a:lvl2pPr lvl="1" rtl="0">
              <a:spcBef>
                <a:spcPts val="0"/>
              </a:spcBef>
              <a:spcAft>
                <a:spcPts val="0"/>
              </a:spcAft>
              <a:buSzPts val="4400"/>
              <a:buNone/>
              <a:defRPr sz="5867"/>
            </a:lvl2pPr>
            <a:lvl3pPr lvl="2" rtl="0">
              <a:spcBef>
                <a:spcPts val="0"/>
              </a:spcBef>
              <a:spcAft>
                <a:spcPts val="0"/>
              </a:spcAft>
              <a:buSzPts val="4400"/>
              <a:buNone/>
              <a:defRPr sz="5867"/>
            </a:lvl3pPr>
            <a:lvl4pPr lvl="3" rtl="0">
              <a:spcBef>
                <a:spcPts val="0"/>
              </a:spcBef>
              <a:spcAft>
                <a:spcPts val="0"/>
              </a:spcAft>
              <a:buSzPts val="4400"/>
              <a:buNone/>
              <a:defRPr sz="5867"/>
            </a:lvl4pPr>
            <a:lvl5pPr lvl="4" rtl="0">
              <a:spcBef>
                <a:spcPts val="0"/>
              </a:spcBef>
              <a:spcAft>
                <a:spcPts val="0"/>
              </a:spcAft>
              <a:buSzPts val="4400"/>
              <a:buNone/>
              <a:defRPr sz="5867"/>
            </a:lvl5pPr>
            <a:lvl6pPr lvl="5" rtl="0">
              <a:spcBef>
                <a:spcPts val="0"/>
              </a:spcBef>
              <a:spcAft>
                <a:spcPts val="0"/>
              </a:spcAft>
              <a:buSzPts val="4400"/>
              <a:buNone/>
              <a:defRPr sz="5867"/>
            </a:lvl6pPr>
            <a:lvl7pPr lvl="6" rtl="0">
              <a:spcBef>
                <a:spcPts val="0"/>
              </a:spcBef>
              <a:spcAft>
                <a:spcPts val="0"/>
              </a:spcAft>
              <a:buSzPts val="4400"/>
              <a:buNone/>
              <a:defRPr sz="5867"/>
            </a:lvl7pPr>
            <a:lvl8pPr lvl="7" rtl="0">
              <a:spcBef>
                <a:spcPts val="0"/>
              </a:spcBef>
              <a:spcAft>
                <a:spcPts val="0"/>
              </a:spcAft>
              <a:buSzPts val="4400"/>
              <a:buNone/>
              <a:defRPr sz="5867"/>
            </a:lvl8pPr>
            <a:lvl9pPr lvl="8" rtl="0">
              <a:spcBef>
                <a:spcPts val="0"/>
              </a:spcBef>
              <a:spcAft>
                <a:spcPts val="0"/>
              </a:spcAft>
              <a:buSzPts val="4400"/>
              <a:buNone/>
              <a:defRPr sz="5867"/>
            </a:lvl9pPr>
          </a:lstStyle>
          <a:p>
            <a:endParaRPr/>
          </a:p>
        </p:txBody>
      </p:sp>
      <p:sp>
        <p:nvSpPr>
          <p:cNvPr id="16" name="Google Shape;16;p3"/>
          <p:cNvSpPr txBox="1">
            <a:spLocks noGrp="1"/>
          </p:cNvSpPr>
          <p:nvPr>
            <p:ph type="subTitle" idx="1"/>
          </p:nvPr>
        </p:nvSpPr>
        <p:spPr>
          <a:xfrm>
            <a:off x="1240800" y="3649069"/>
            <a:ext cx="9710400" cy="467600"/>
          </a:xfrm>
          <a:prstGeom prst="rect">
            <a:avLst/>
          </a:prstGeom>
        </p:spPr>
        <p:txBody>
          <a:bodyPr spcFirstLastPara="1" lIns="0" tIns="0" rIns="0" bIns="0">
            <a:noAutofit/>
          </a:bodyPr>
          <a:lstStyle>
            <a:lvl1pPr lvl="0" rtl="0">
              <a:spcBef>
                <a:spcPts val="0"/>
              </a:spcBef>
              <a:spcAft>
                <a:spcPts val="0"/>
              </a:spcAft>
              <a:buClr>
                <a:schemeClr val="dk1"/>
              </a:buClr>
              <a:buSzPts val="2400"/>
              <a:buNone/>
              <a:defRPr>
                <a:solidFill>
                  <a:schemeClr val="dk1"/>
                </a:solidFill>
              </a:defRPr>
            </a:lvl1pPr>
            <a:lvl2pPr lvl="1" rtl="0">
              <a:spcBef>
                <a:spcPts val="0"/>
              </a:spcBef>
              <a:spcAft>
                <a:spcPts val="0"/>
              </a:spcAft>
              <a:buClr>
                <a:schemeClr val="dk1"/>
              </a:buClr>
              <a:buSzPts val="3000"/>
              <a:buNone/>
              <a:defRPr sz="4000">
                <a:solidFill>
                  <a:schemeClr val="dk1"/>
                </a:solidFill>
              </a:defRPr>
            </a:lvl2pPr>
            <a:lvl3pPr lvl="2" rtl="0">
              <a:spcBef>
                <a:spcPts val="0"/>
              </a:spcBef>
              <a:spcAft>
                <a:spcPts val="0"/>
              </a:spcAft>
              <a:buClr>
                <a:schemeClr val="dk1"/>
              </a:buClr>
              <a:buSzPts val="3000"/>
              <a:buNone/>
              <a:defRPr sz="4000">
                <a:solidFill>
                  <a:schemeClr val="dk1"/>
                </a:solidFill>
              </a:defRPr>
            </a:lvl3pPr>
            <a:lvl4pPr lvl="3" rtl="0">
              <a:spcBef>
                <a:spcPts val="0"/>
              </a:spcBef>
              <a:spcAft>
                <a:spcPts val="0"/>
              </a:spcAft>
              <a:buClr>
                <a:schemeClr val="dk1"/>
              </a:buClr>
              <a:buSzPts val="3000"/>
              <a:buNone/>
              <a:defRPr sz="4000">
                <a:solidFill>
                  <a:schemeClr val="dk1"/>
                </a:solidFill>
              </a:defRPr>
            </a:lvl4pPr>
            <a:lvl5pPr lvl="4" rtl="0">
              <a:spcBef>
                <a:spcPts val="0"/>
              </a:spcBef>
              <a:spcAft>
                <a:spcPts val="0"/>
              </a:spcAft>
              <a:buClr>
                <a:schemeClr val="dk1"/>
              </a:buClr>
              <a:buSzPts val="3000"/>
              <a:buNone/>
              <a:defRPr sz="4000">
                <a:solidFill>
                  <a:schemeClr val="dk1"/>
                </a:solidFill>
              </a:defRPr>
            </a:lvl5pPr>
            <a:lvl6pPr lvl="5" rtl="0">
              <a:spcBef>
                <a:spcPts val="0"/>
              </a:spcBef>
              <a:spcAft>
                <a:spcPts val="0"/>
              </a:spcAft>
              <a:buClr>
                <a:schemeClr val="dk1"/>
              </a:buClr>
              <a:buSzPts val="3000"/>
              <a:buNone/>
              <a:defRPr sz="4000">
                <a:solidFill>
                  <a:schemeClr val="dk1"/>
                </a:solidFill>
              </a:defRPr>
            </a:lvl6pPr>
            <a:lvl7pPr lvl="6" rtl="0">
              <a:spcBef>
                <a:spcPts val="0"/>
              </a:spcBef>
              <a:spcAft>
                <a:spcPts val="0"/>
              </a:spcAft>
              <a:buClr>
                <a:schemeClr val="dk1"/>
              </a:buClr>
              <a:buSzPts val="3000"/>
              <a:buNone/>
              <a:defRPr sz="4000">
                <a:solidFill>
                  <a:schemeClr val="dk1"/>
                </a:solidFill>
              </a:defRPr>
            </a:lvl7pPr>
            <a:lvl8pPr lvl="7" rtl="0">
              <a:spcBef>
                <a:spcPts val="0"/>
              </a:spcBef>
              <a:spcAft>
                <a:spcPts val="0"/>
              </a:spcAft>
              <a:buClr>
                <a:schemeClr val="dk1"/>
              </a:buClr>
              <a:buSzPts val="3000"/>
              <a:buNone/>
              <a:defRPr sz="4000">
                <a:solidFill>
                  <a:schemeClr val="dk1"/>
                </a:solidFill>
              </a:defRPr>
            </a:lvl8pPr>
            <a:lvl9pPr lvl="8" rtl="0">
              <a:spcBef>
                <a:spcPts val="0"/>
              </a:spcBef>
              <a:spcAft>
                <a:spcPts val="0"/>
              </a:spcAft>
              <a:buClr>
                <a:schemeClr val="dk1"/>
              </a:buClr>
              <a:buSzPts val="3000"/>
              <a:buNone/>
              <a:defRPr sz="4000">
                <a:solidFill>
                  <a:schemeClr val="dk1"/>
                </a:solidFill>
              </a:defRPr>
            </a:lvl9pPr>
          </a:lstStyle>
          <a:p>
            <a:endParaRPr/>
          </a:p>
        </p:txBody>
      </p:sp>
    </p:spTree>
    <p:extLst>
      <p:ext uri="{BB962C8B-B14F-4D97-AF65-F5344CB8AC3E}">
        <p14:creationId xmlns:p14="http://schemas.microsoft.com/office/powerpoint/2010/main" val="29700113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2FA5104-1368-4425-8AFA-6D13A1716A42}"/>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743FE5F6-CCEC-4866-ADF3-D6488BF83FAC}"/>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486E774-4260-4F21-9DAB-67A901F178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3D2DA9CD-3ECD-4A1F-AC4C-82A1D76517EF}" type="datetimeFigureOut">
              <a:rPr lang="LID4096"/>
              <a:pPr>
                <a:defRPr/>
              </a:pPr>
              <a:t>06/25/2026</a:t>
            </a:fld>
            <a:endParaRPr lang="en-BR"/>
          </a:p>
        </p:txBody>
      </p:sp>
      <p:sp>
        <p:nvSpPr>
          <p:cNvPr id="5" name="Footer Placeholder 4">
            <a:extLst>
              <a:ext uri="{FF2B5EF4-FFF2-40B4-BE49-F238E27FC236}">
                <a16:creationId xmlns:a16="http://schemas.microsoft.com/office/drawing/2014/main" id="{2B9E1DEE-279D-4A3D-AB50-56F165B7E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BR"/>
          </a:p>
        </p:txBody>
      </p:sp>
      <p:sp>
        <p:nvSpPr>
          <p:cNvPr id="6" name="Slide Number Placeholder 5">
            <a:extLst>
              <a:ext uri="{FF2B5EF4-FFF2-40B4-BE49-F238E27FC236}">
                <a16:creationId xmlns:a16="http://schemas.microsoft.com/office/drawing/2014/main" id="{82A082AC-B43B-4965-8668-5C8E1669C0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64770A7A-0A7B-43C9-9559-C5D50B0AFACA}" type="slidenum">
              <a:rPr lang="en-BR"/>
              <a:pPr>
                <a:defRPr/>
              </a:pPr>
              <a:t>‹#›</a:t>
            </a:fld>
            <a:endParaRPr lang="en-BR"/>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83" r:id="rId12"/>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hyperlink" Target="https://www.itau.com.br/itaubba-pt/portal/viewer" TargetMode="External"/><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emf"/><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oleObject" Target="file:///\\fswcorp\FAL\RESEARCH\EQUITY\Setores\Agribusiness,%20Food%20&amp;%20Beverage\2.%20Food%20&amp;%20Beverage\Reports\Weekly%20SECEX%20Report\Support%20-%20Weekly.xlsx!Beef!%5bSupport%20-%20Weekly.xlsx%5dBeef%20Chart%209" TargetMode="External"/><Relationship Id="rId6" Type="http://schemas.openxmlformats.org/officeDocument/2006/relationships/image" Target="../media/image10.emf"/><Relationship Id="rId7" Type="http://schemas.openxmlformats.org/officeDocument/2006/relationships/oleObject" Target="file:///\\fswcorp\FAL\RESEARCH\EQUITY\Setores\Agribusiness,%20Food%20&amp;%20Beverage\2.%20Food%20&amp;%20Beverage\Reports\Weekly%20SECEX%20Report\Support%20-%20Weekly.xlsx!Beef!%5bSupport%20-%20Weekly.xlsx%5dBeef%20Gr&#225;fico%201" TargetMode="External"/><Relationship Id="rId8" Type="http://schemas.openxmlformats.org/officeDocument/2006/relationships/image" Target="../media/image11.emf"/><Relationship Id="rId9" Type="http://schemas.openxmlformats.org/officeDocument/2006/relationships/oleObject" Target="file:///\\fswcorp\FAL\RESEARCH\EQUITY\Setores\Agribusiness,%20Food%20&amp;%20Beverage\2.%20Food%20&amp;%20Beverage\Reports\Weekly%20SECEX%20Report\Support%20-%20Weekly.xlsx!Beef!%5bSupport%20-%20Weekly.xlsx%5dBeef%20Chart%202" TargetMode="External"/><Relationship Id="rId10" Type="http://schemas.openxmlformats.org/officeDocument/2006/relationships/image" Target="../media/image12.emf"/><Relationship Id="rId11" Type="http://schemas.openxmlformats.org/officeDocument/2006/relationships/oleObject" Target="file:///\\fswcorp\FAL\RESEARCH\EQUITY\Setores\Agribusiness,%20Food%20&amp;%20Beverage\2.%20Food%20&amp;%20Beverage\Reports\Weekly%20SECEX%20Report\Support%20-%20Weekly.xlsx!Beef!%5bSupport%20-%20Weekly.xlsx%5dBeef%20Gr&#225;fico%201-1" TargetMode="External"/><Relationship Id="rId12" Type="http://schemas.openxmlformats.org/officeDocument/2006/relationships/image" Target="../media/image13.emf"/><Relationship Id="rId13" Type="http://schemas.openxmlformats.org/officeDocument/2006/relationships/image" Target="../media/image38.png"/><Relationship Id="rId14" Type="http://schemas.openxmlformats.org/officeDocument/2006/relationships/image" Target="../media/image39.png"/><Relationship Id="rId15" Type="http://schemas.openxmlformats.org/officeDocument/2006/relationships/image" Target="../media/image40.png"/><Relationship Id="rId16" Type="http://schemas.openxmlformats.org/officeDocument/2006/relationships/image" Target="../media/image4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oleObject" Target="file:///\\fswcorp\FAL\RESEARCH\EQUITY\Setores\Agribusiness,%20Food%20&amp;%20Beverage\2.%20Food%20&amp;%20Beverage\Reports\Weekly%20SECEX%20Report\Support%20-%20Weekly.xlsx!Poultry!%5bSupport%20-%20Weekly.xlsx%5dPoultry%20Chart%205" TargetMode="External"/><Relationship Id="rId7" Type="http://schemas.openxmlformats.org/officeDocument/2006/relationships/image" Target="../media/image16.emf"/><Relationship Id="rId8" Type="http://schemas.openxmlformats.org/officeDocument/2006/relationships/oleObject" Target="file:///\\fswcorp\FAL\RESEARCH\EQUITY\Setores\Agribusiness,%20Food%20&amp;%20Beverage\2.%20Food%20&amp;%20Beverage\Reports\Weekly%20SECEX%20Report\Support%20-%20Weekly.xlsx!Poultry!%5bSupport%20-%20Weekly.xlsx%5dPoultry%20Gr&#225;fico%201-1" TargetMode="External"/><Relationship Id="rId9" Type="http://schemas.openxmlformats.org/officeDocument/2006/relationships/image" Target="../media/image17.emf"/><Relationship Id="rId10" Type="http://schemas.openxmlformats.org/officeDocument/2006/relationships/oleObject" Target="file:///\\fswcorp\FAL\RESEARCH\EQUITY\Setores\Agribusiness,%20Food%20&amp;%20Beverage\2.%20Food%20&amp;%20Beverage\Reports\Weekly%20SECEX%20Report\Support%20-%20Weekly.xlsx!Poultry!%5bSupport%20-%20Weekly.xlsx%5dPoultry%20Chart%203" TargetMode="External"/><Relationship Id="rId11" Type="http://schemas.openxmlformats.org/officeDocument/2006/relationships/image" Target="../media/image18.emf"/><Relationship Id="rId12" Type="http://schemas.openxmlformats.org/officeDocument/2006/relationships/oleObject" Target="file:///\\fswcorp\FAL\RESEARCH\EQUITY\Setores\Agribusiness,%20Food%20&amp;%20Beverage\2.%20Food%20&amp;%20Beverage\Reports\Weekly%20SECEX%20Report\Support%20-%20Weekly.xlsx!Poultry!%5bSupport%20-%20Weekly.xlsx%5dPoultry%20Gr&#225;fico%201" TargetMode="External"/><Relationship Id="rId13" Type="http://schemas.openxmlformats.org/officeDocument/2006/relationships/image" Target="../media/image19.emf"/><Relationship Id="rId14" Type="http://schemas.openxmlformats.org/officeDocument/2006/relationships/image" Target="../media/image42.png"/><Relationship Id="rId15" Type="http://schemas.openxmlformats.org/officeDocument/2006/relationships/image" Target="../media/image43.png"/><Relationship Id="rId16" Type="http://schemas.openxmlformats.org/officeDocument/2006/relationships/image" Target="../media/image44.png"/><Relationship Id="rId17" Type="http://schemas.openxmlformats.org/officeDocument/2006/relationships/image" Target="../media/image4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oleObject" Target="file:///\\fswcorp\FAL\RESEARCH\EQUITY\Setores\Agribusiness,%20Food%20&amp;%20Beverage\2.%20Food%20&amp;%20Beverage\Reports\Weekly%20SECEX%20Report\Support%20-%20Weekly.xlsx!Pork!%5bSupport%20-%20Weekly.xlsx%5dPork%20Chart%203" TargetMode="External"/><Relationship Id="rId6" Type="http://schemas.openxmlformats.org/officeDocument/2006/relationships/image" Target="../media/image21.emf"/><Relationship Id="rId7" Type="http://schemas.openxmlformats.org/officeDocument/2006/relationships/oleObject" Target="file:///\\fswcorp\FAL\RESEARCH\EQUITY\Setores\Agribusiness,%20Food%20&amp;%20Beverage\2.%20Food%20&amp;%20Beverage\Reports\Weekly%20SECEX%20Report\Support%20-%20Weekly.xlsx!Pork!%5bSupport%20-%20Weekly.xlsx%5dPork%20Gr&#225;fico%201" TargetMode="External"/><Relationship Id="rId8" Type="http://schemas.openxmlformats.org/officeDocument/2006/relationships/image" Target="../media/image22.emf"/><Relationship Id="rId9" Type="http://schemas.openxmlformats.org/officeDocument/2006/relationships/oleObject" Target="file:///\\fswcorp\FAL\RESEARCH\EQUITY\Setores\Agribusiness,%20Food%20&amp;%20Beverage\2.%20Food%20&amp;%20Beverage\Reports\Weekly%20SECEX%20Report\Support%20-%20Weekly.xlsx!Pork!%5bSupport%20-%20Weekly.xlsx%5dPork%20Chart%202" TargetMode="External"/><Relationship Id="rId10" Type="http://schemas.openxmlformats.org/officeDocument/2006/relationships/image" Target="../media/image23.emf"/><Relationship Id="rId11" Type="http://schemas.openxmlformats.org/officeDocument/2006/relationships/oleObject" Target="file:///\\fswcorp\FAL\RESEARCH\EQUITY\Setores\Agribusiness,%20Food%20&amp;%20Beverage\2.%20Food%20&amp;%20Beverage\Reports\Weekly%20SECEX%20Report\Support%20-%20Weekly.xlsx!Pork!%5bSupport%20-%20Weekly.xlsx%5dPork%20Gr&#225;fico%201-1" TargetMode="External"/><Relationship Id="rId12" Type="http://schemas.openxmlformats.org/officeDocument/2006/relationships/image" Target="../media/image24.emf"/><Relationship Id="rId13" Type="http://schemas.openxmlformats.org/officeDocument/2006/relationships/image" Target="../media/image46.png"/><Relationship Id="rId14" Type="http://schemas.openxmlformats.org/officeDocument/2006/relationships/image" Target="../media/image47.png"/><Relationship Id="rId15" Type="http://schemas.openxmlformats.org/officeDocument/2006/relationships/image" Target="../media/image48.png"/><Relationship Id="rId16" Type="http://schemas.openxmlformats.org/officeDocument/2006/relationships/image" Target="../media/image4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26.png"/><Relationship Id="rId8" Type="http://schemas.openxmlformats.org/officeDocument/2006/relationships/oleObject" Target="file:///\\fswcorp\FAL\RESEARCH\EQUITY\Setores\Agribusiness,%20Food%20&amp;%20Beverage\2.%20Food%20&amp;%20Beverage\Reports\Weekly%20SECEX%20Report\Support%20-%20Weekly.xlsx!U.S.%20Spreads%20-%20Weekly!%5bSupport%20-%20Weekly.xlsx%5dU.S.%20Spreads%20-%20Weekly%20Chart%205" TargetMode="External"/><Relationship Id="rId9" Type="http://schemas.openxmlformats.org/officeDocument/2006/relationships/image" Target="../media/image27.emf"/><Relationship Id="rId10" Type="http://schemas.openxmlformats.org/officeDocument/2006/relationships/oleObject" Target="file:///\\fswcorp\FAL\RESEARCH\EQUITY\Setores\Agribusiness,%20Food%20&amp;%20Beverage\2.%20Food%20&amp;%20Beverage\Reports\Weekly%20SECEX%20Report\Support%20-%20Weekly.xlsx!U.S.%20Spreads%20-%20Weekly!%5bSupport%20-%20Weekly.xlsx%5dU.S.%20Spreads%20-%20Weekly%20Chart%201" TargetMode="External"/><Relationship Id="rId11" Type="http://schemas.openxmlformats.org/officeDocument/2006/relationships/image" Target="../media/image28.emf"/><Relationship Id="rId12" Type="http://schemas.openxmlformats.org/officeDocument/2006/relationships/oleObject" Target="file:///\\fswcorp\FAL\RESEARCH\EQUITY\Setores\Agribusiness,%20Food%20&amp;%20Beverage\2.%20Food%20&amp;%20Beverage\Reports\Weekly%20SECEX%20Report\Support%20-%20Weekly.xlsx!U.S.%20Spreads%20-%20Weekly!%5bSupport%20-%20Weekly.xlsx%5dU.S.%20Spreads%20-%20Weekly%20Chart%2011" TargetMode="External"/><Relationship Id="rId13" Type="http://schemas.openxmlformats.org/officeDocument/2006/relationships/image" Target="../media/image29.emf"/><Relationship Id="rId14" Type="http://schemas.openxmlformats.org/officeDocument/2006/relationships/oleObject" Target="file:///\\fswcorp\FAL\RESEARCH\EQUITY\Setores\Agribusiness,%20Food%20&amp;%20Beverage\2.%20Food%20&amp;%20Beverage\Reports\Weekly%20SECEX%20Report\Support%20-%20Weekly.xlsx!U.S.%20Spreads%20-%20Weekly!%5bSupport%20-%20Weekly.xlsx%5dU.S.%20Spreads%20-%20Weekly%20Chart%204" TargetMode="External"/><Relationship Id="rId15" Type="http://schemas.openxmlformats.org/officeDocument/2006/relationships/image" Target="../media/image30.emf"/><Relationship Id="rId16" Type="http://schemas.openxmlformats.org/officeDocument/2006/relationships/oleObject" Target="file:///\\fswcorp\FAL\RESEARCH\EQUITY\Setores\Agribusiness,%20Food%20&amp;%20Beverage\2.%20Food%20&amp;%20Beverage\Reports\Weekly%20SECEX%20Report\Support%20-%20Weekly.xlsx!U.S.%20Spreads%20-%20Weekly!%5bSupport%20-%20Weekly.xlsx%5dU.S.%20Spreads%20-%20Weekly%20Chart%2010" TargetMode="External"/><Relationship Id="rId17" Type="http://schemas.openxmlformats.org/officeDocument/2006/relationships/image" Target="../media/image31.emf"/><Relationship Id="rId18" Type="http://schemas.openxmlformats.org/officeDocument/2006/relationships/oleObject" Target="file:///\\fswcorp\FAL\RESEARCH\EQUITY\Setores\Agribusiness,%20Food%20&amp;%20Beverage\2.%20Food%20&amp;%20Beverage\Reports\Weekly%20SECEX%20Report\Support%20-%20Weekly.xlsx!U.S.%20Spreads%20-%20Weekly!%5bSupport%20-%20Weekly.xlsx%5dU.S.%20Spreads%20-%20Weekly%20Chart%203" TargetMode="External"/><Relationship Id="rId19" Type="http://schemas.openxmlformats.org/officeDocument/2006/relationships/image" Target="../media/image32.emf"/><Relationship Id="rId20" Type="http://schemas.openxmlformats.org/officeDocument/2006/relationships/image" Target="../media/image50.png"/><Relationship Id="rId21" Type="http://schemas.openxmlformats.org/officeDocument/2006/relationships/image" Target="../media/image51.png"/><Relationship Id="rId22" Type="http://schemas.openxmlformats.org/officeDocument/2006/relationships/image" Target="../media/image52.png"/><Relationship Id="rId23" Type="http://schemas.openxmlformats.org/officeDocument/2006/relationships/image" Target="../media/image53.png"/><Relationship Id="rId24" Type="http://schemas.openxmlformats.org/officeDocument/2006/relationships/image" Target="../media/image54.png"/><Relationship Id="rId25" Type="http://schemas.openxmlformats.org/officeDocument/2006/relationships/image" Target="../media/image5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33.svg"/><Relationship Id="rId5" Type="http://schemas.openxmlformats.org/officeDocument/2006/relationships/image" Target="../media/image7.png"/><Relationship Id="rId6" Type="http://schemas.openxmlformats.org/officeDocument/2006/relationships/oleObject" Target="file:///\\fswcorp\FAL\RESEARCH\EQUITY\Setores\Agribusiness,%20Food%20&amp;%20Beverage\2.%20Food%20&amp;%20Beverage\Reports\Weekly%20SECEX%20Report\Stock%20Performances.xlsx!F&amp;B!%5bStock%20Performances.xlsx%5dF&amp;B%20Chart%201" TargetMode="External"/><Relationship Id="rId7" Type="http://schemas.openxmlformats.org/officeDocument/2006/relationships/image" Target="../media/image34.emf"/><Relationship Id="rId8" Type="http://schemas.openxmlformats.org/officeDocument/2006/relationships/oleObject" Target="file:///\\fswcorp\FAL\RESEARCH\EQUITY\Setores\Agribusiness,%20Food%20&amp;%20Beverage\2.%20Food%20&amp;%20Beverage\Reports\Weekly%20SECEX%20Report\Stock%20Performances.xlsx!F&amp;B!%5bStock%20Performances.xlsx%5dF&amp;B%20Chart%202" TargetMode="External"/><Relationship Id="rId9" Type="http://schemas.openxmlformats.org/officeDocument/2006/relationships/image" Target="../media/image35.emf"/><Relationship Id="rId10" Type="http://schemas.openxmlformats.org/officeDocument/2006/relationships/oleObject" Target="file:///\\fswcorp\FAL\RESEARCH\EQUITY\Setores\Agribusiness,%20Food%20&amp;%20Beverage\2.%20Food%20&amp;%20Beverage\Reports\Weekly%20SECEX%20Report\Stock%20Performances.xlsx!F&amp;B!%5bStock%20Performances.xlsx%5dF&amp;B%20Chart%203" TargetMode="External"/><Relationship Id="rId11" Type="http://schemas.openxmlformats.org/officeDocument/2006/relationships/image" Target="../media/image36.emf"/><Relationship Id="rId12" Type="http://schemas.openxmlformats.org/officeDocument/2006/relationships/oleObject" Target="file:///\\fswcorp\FAL\RESEARCH\EQUITY\Setores\Agribusiness,%20Food%20&amp;%20Beverage\2.%20Food%20&amp;%20Beverage\Reports\Weekly%20SECEX%20Report\Stock%20Performances.xlsx!F&amp;B!%5bStock%20Performances.xlsx%5dF&amp;B%20Chart%205" TargetMode="External"/><Relationship Id="rId13" Type="http://schemas.openxmlformats.org/officeDocument/2006/relationships/image" Target="../media/image37.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www.itaucorretora.com.br/" TargetMode="External"/><Relationship Id="rId4" Type="http://schemas.openxmlformats.org/officeDocument/2006/relationships/hyperlink" Target="https://disclosure.cloud.itau.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512"/>
        </a:solidFill>
        <a:effectLst/>
      </p:bgPr>
    </p:bg>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8C53A671-4039-2001-B568-40EC574A457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8163" b="27647"/>
          <a:stretch/>
        </p:blipFill>
        <p:spPr>
          <a:xfrm>
            <a:off x="0" y="0"/>
            <a:ext cx="12192000" cy="4793473"/>
          </a:xfrm>
          <a:prstGeom prst="rect">
            <a:avLst/>
          </a:prstGeom>
        </p:spPr>
      </p:pic>
      <p:sp>
        <p:nvSpPr>
          <p:cNvPr id="4" name="Retângulo 21">
            <a:extLst>
              <a:ext uri="{FF2B5EF4-FFF2-40B4-BE49-F238E27FC236}">
                <a16:creationId xmlns:a16="http://schemas.microsoft.com/office/drawing/2014/main" id="{4A21F43C-4352-D3BE-4E43-D81294285164}"/>
              </a:ext>
            </a:extLst>
          </p:cNvPr>
          <p:cNvSpPr/>
          <p:nvPr/>
        </p:nvSpPr>
        <p:spPr>
          <a:xfrm>
            <a:off x="0" y="0"/>
            <a:ext cx="12195338" cy="6885856"/>
          </a:xfrm>
          <a:prstGeom prst="rect">
            <a:avLst/>
          </a:prstGeom>
          <a:gradFill>
            <a:gsLst>
              <a:gs pos="70000">
                <a:schemeClr val="accent1">
                  <a:lumMod val="0"/>
                  <a:alpha val="21000"/>
                </a:schemeClr>
              </a:gs>
              <a:gs pos="100000">
                <a:schemeClr val="bg1">
                  <a:lumMod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tângulo 21">
            <a:extLst>
              <a:ext uri="{FF2B5EF4-FFF2-40B4-BE49-F238E27FC236}">
                <a16:creationId xmlns:a16="http://schemas.microsoft.com/office/drawing/2014/main" id="{42D3F4CD-7A8F-4675-B578-39D997CD2ED5}"/>
              </a:ext>
            </a:extLst>
          </p:cNvPr>
          <p:cNvSpPr/>
          <p:nvPr/>
        </p:nvSpPr>
        <p:spPr>
          <a:xfrm>
            <a:off x="-7697" y="1065640"/>
            <a:ext cx="12195338" cy="5820216"/>
          </a:xfrm>
          <a:prstGeom prst="rect">
            <a:avLst/>
          </a:prstGeom>
          <a:gradFill>
            <a:gsLst>
              <a:gs pos="44000">
                <a:schemeClr val="accent1">
                  <a:alpha val="0"/>
                  <a:lumMod val="10000"/>
                </a:schemeClr>
              </a:gs>
              <a:gs pos="65000">
                <a:srgbClr val="00051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3" name="object 2">
            <a:extLst>
              <a:ext uri="{FF2B5EF4-FFF2-40B4-BE49-F238E27FC236}">
                <a16:creationId xmlns:a16="http://schemas.microsoft.com/office/drawing/2014/main" id="{1F43A4D0-27DE-4064-A0CD-9316F000F32A}"/>
              </a:ext>
            </a:extLst>
          </p:cNvPr>
          <p:cNvSpPr txBox="1"/>
          <p:nvPr/>
        </p:nvSpPr>
        <p:spPr>
          <a:xfrm>
            <a:off x="706503" y="2928165"/>
            <a:ext cx="11044902" cy="1481816"/>
          </a:xfrm>
          <a:prstGeom prst="rect">
            <a:avLst/>
          </a:prstGeom>
          <a:effectLst>
            <a:outerShdw blurRad="50800" dist="38100" dir="2700000" algn="tl" rotWithShape="0">
              <a:prstClr val="black">
                <a:alpha val="49000"/>
              </a:prstClr>
            </a:outerShdw>
          </a:effectLst>
        </p:spPr>
        <p:txBody>
          <a:bodyPr vert="horz" wrap="square" lIns="0" tIns="80645" rIns="0" bIns="0" rtlCol="0">
            <a:spAutoFit/>
          </a:bodyPr>
          <a:lstStyle/>
          <a:p>
            <a:pPr marL="12700">
              <a:lnSpc>
                <a:spcPct val="100000"/>
              </a:lnSpc>
              <a:spcBef>
                <a:spcPts val="635"/>
              </a:spcBef>
            </a:pPr>
            <a:r>
              <a:rPr lang="en-US" sz="5600" b="1" dirty="0">
                <a:solidFill>
                  <a:srgbClr val="FF5500"/>
                </a:solidFill>
                <a:latin typeface="Itau Display Pro XBold" panose="020B0803020204020204" pitchFamily="34" charset="0"/>
                <a:cs typeface="Itau Display Pro XBold" panose="020B0803020204020204" pitchFamily="34" charset="0"/>
              </a:rPr>
              <a:t>Weekly Protein Intake #130</a:t>
            </a:r>
          </a:p>
          <a:p>
            <a:pPr marL="12700">
              <a:lnSpc>
                <a:spcPct val="100000"/>
              </a:lnSpc>
              <a:spcBef>
                <a:spcPts val="635"/>
              </a:spcBef>
            </a:pPr>
            <a:r>
              <a:rPr lang="en-US" sz="3000" dirty="0">
                <a:solidFill>
                  <a:srgbClr val="FFFFFF"/>
                </a:solidFill>
                <a:latin typeface="Arial" panose="020B0604020202020204" pitchFamily="34" charset="0"/>
                <a:cs typeface="Arial" panose="020B0604020202020204" pitchFamily="34" charset="0"/>
              </a:rPr>
              <a:t>Brazilian Export Data, Spreads &amp; More</a:t>
            </a:r>
          </a:p>
        </p:txBody>
      </p:sp>
      <p:sp>
        <p:nvSpPr>
          <p:cNvPr id="24" name="Text Box 10">
            <a:extLst>
              <a:ext uri="{FF2B5EF4-FFF2-40B4-BE49-F238E27FC236}">
                <a16:creationId xmlns:a16="http://schemas.microsoft.com/office/drawing/2014/main" id="{93C65EC1-A4B8-4CE8-9602-0EDE5D411371}"/>
              </a:ext>
            </a:extLst>
          </p:cNvPr>
          <p:cNvSpPr txBox="1">
            <a:spLocks noChangeArrowheads="1"/>
          </p:cNvSpPr>
          <p:nvPr/>
        </p:nvSpPr>
        <p:spPr bwMode="auto">
          <a:xfrm>
            <a:off x="638352" y="4562435"/>
            <a:ext cx="2409648" cy="338554"/>
          </a:xfrm>
          <a:prstGeom prst="rect">
            <a:avLst/>
          </a:prstGeom>
          <a:noFill/>
          <a:ln>
            <a:noFill/>
          </a:ln>
          <a:effectLst>
            <a:outerShdw blurRad="50800" dist="25400" dir="2700000" algn="tl" rotWithShape="0">
              <a:prstClr val="black">
                <a:alpha val="63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400">
                <a:solidFill>
                  <a:srgbClr val="003399"/>
                </a:solidFill>
                <a:latin typeface="Myriad Pro Light"/>
                <a:ea typeface="MS PGothic" panose="020B0600070205080204" pitchFamily="34" charset="-128"/>
              </a:defRPr>
            </a:lvl1pPr>
            <a:lvl2pPr marL="742950" indent="-285750">
              <a:defRPr sz="1400">
                <a:solidFill>
                  <a:srgbClr val="003399"/>
                </a:solidFill>
                <a:latin typeface="Myriad Pro Light"/>
                <a:ea typeface="MS PGothic" panose="020B0600070205080204" pitchFamily="34" charset="-128"/>
              </a:defRPr>
            </a:lvl2pPr>
            <a:lvl3pPr marL="1143000" indent="-228600">
              <a:defRPr sz="1400">
                <a:solidFill>
                  <a:srgbClr val="003399"/>
                </a:solidFill>
                <a:latin typeface="Myriad Pro Light"/>
                <a:ea typeface="MS PGothic" panose="020B0600070205080204" pitchFamily="34" charset="-128"/>
              </a:defRPr>
            </a:lvl3pPr>
            <a:lvl4pPr marL="1600200" indent="-228600">
              <a:defRPr sz="1400">
                <a:solidFill>
                  <a:srgbClr val="003399"/>
                </a:solidFill>
                <a:latin typeface="Myriad Pro Light"/>
                <a:ea typeface="MS PGothic" panose="020B0600070205080204" pitchFamily="34" charset="-128"/>
              </a:defRPr>
            </a:lvl4pPr>
            <a:lvl5pPr marL="2057400" indent="-228600">
              <a:defRPr sz="1400">
                <a:solidFill>
                  <a:srgbClr val="003399"/>
                </a:solidFill>
                <a:latin typeface="Myriad Pro Light"/>
                <a:ea typeface="MS PGothic" panose="020B0600070205080204" pitchFamily="34" charset="-128"/>
              </a:defRPr>
            </a:lvl5pPr>
            <a:lvl6pPr marL="2514600" indent="-228600" eaLnBrk="0" fontAlgn="base" hangingPunct="0">
              <a:spcBef>
                <a:spcPct val="0"/>
              </a:spcBef>
              <a:spcAft>
                <a:spcPct val="0"/>
              </a:spcAft>
              <a:defRPr sz="1400">
                <a:solidFill>
                  <a:srgbClr val="003399"/>
                </a:solidFill>
                <a:latin typeface="Myriad Pro Light"/>
                <a:ea typeface="MS PGothic" panose="020B0600070205080204" pitchFamily="34" charset="-128"/>
              </a:defRPr>
            </a:lvl6pPr>
            <a:lvl7pPr marL="2971800" indent="-228600" eaLnBrk="0" fontAlgn="base" hangingPunct="0">
              <a:spcBef>
                <a:spcPct val="0"/>
              </a:spcBef>
              <a:spcAft>
                <a:spcPct val="0"/>
              </a:spcAft>
              <a:defRPr sz="1400">
                <a:solidFill>
                  <a:srgbClr val="003399"/>
                </a:solidFill>
                <a:latin typeface="Myriad Pro Light"/>
                <a:ea typeface="MS PGothic" panose="020B0600070205080204" pitchFamily="34" charset="-128"/>
              </a:defRPr>
            </a:lvl7pPr>
            <a:lvl8pPr marL="3429000" indent="-228600" eaLnBrk="0" fontAlgn="base" hangingPunct="0">
              <a:spcBef>
                <a:spcPct val="0"/>
              </a:spcBef>
              <a:spcAft>
                <a:spcPct val="0"/>
              </a:spcAft>
              <a:defRPr sz="1400">
                <a:solidFill>
                  <a:srgbClr val="003399"/>
                </a:solidFill>
                <a:latin typeface="Myriad Pro Light"/>
                <a:ea typeface="MS PGothic" panose="020B0600070205080204" pitchFamily="34" charset="-128"/>
              </a:defRPr>
            </a:lvl8pPr>
            <a:lvl9pPr marL="3886200" indent="-228600" eaLnBrk="0" fontAlgn="base" hangingPunct="0">
              <a:spcBef>
                <a:spcPct val="0"/>
              </a:spcBef>
              <a:spcAft>
                <a:spcPct val="0"/>
              </a:spcAft>
              <a:defRPr sz="1400">
                <a:solidFill>
                  <a:srgbClr val="003399"/>
                </a:solidFill>
                <a:latin typeface="Myriad Pro Light"/>
                <a:ea typeface="MS PGothic" panose="020B0600070205080204" pitchFamily="34" charset="-128"/>
              </a:defRPr>
            </a:lvl9pPr>
          </a:lstStyle>
          <a:p>
            <a:pPr eaLnBrk="1" hangingPunct="1"/>
            <a:r>
              <a:rPr lang="en-US" altLang="pt-BR" sz="1600" b="1" dirty="0">
                <a:solidFill>
                  <a:schemeClr val="bg1"/>
                </a:solidFill>
                <a:latin typeface="Arial" panose="020B0604020202020204" pitchFamily="34" charset="0"/>
                <a:cs typeface="Arial" panose="020B0604020202020204" pitchFamily="34" charset="0"/>
              </a:rPr>
              <a:t>July 1, 2026</a:t>
            </a:r>
          </a:p>
        </p:txBody>
      </p:sp>
      <p:sp>
        <p:nvSpPr>
          <p:cNvPr id="25" name="object 8">
            <a:extLst>
              <a:ext uri="{FF2B5EF4-FFF2-40B4-BE49-F238E27FC236}">
                <a16:creationId xmlns:a16="http://schemas.microsoft.com/office/drawing/2014/main" id="{D67AEE0C-2A50-48A3-A342-AF9C4CDF0267}"/>
              </a:ext>
            </a:extLst>
          </p:cNvPr>
          <p:cNvSpPr/>
          <p:nvPr/>
        </p:nvSpPr>
        <p:spPr>
          <a:xfrm>
            <a:off x="-7697" y="5186032"/>
            <a:ext cx="12204000" cy="0"/>
          </a:xfrm>
          <a:custGeom>
            <a:avLst/>
            <a:gdLst/>
            <a:ahLst/>
            <a:cxnLst/>
            <a:rect l="l" t="t" r="r" b="b"/>
            <a:pathLst>
              <a:path w="12186285">
                <a:moveTo>
                  <a:pt x="0" y="0"/>
                </a:moveTo>
                <a:lnTo>
                  <a:pt x="12186005" y="0"/>
                </a:lnTo>
              </a:path>
            </a:pathLst>
          </a:custGeom>
          <a:ln w="12700">
            <a:solidFill>
              <a:srgbClr val="FFFFFF"/>
            </a:solidFill>
          </a:ln>
        </p:spPr>
        <p:txBody>
          <a:bodyPr wrap="square" lIns="0" tIns="0" rIns="0" bIns="0" rtlCol="0"/>
          <a:lstStyle/>
          <a:p>
            <a:endParaRPr/>
          </a:p>
        </p:txBody>
      </p:sp>
      <p:sp>
        <p:nvSpPr>
          <p:cNvPr id="26" name="Retângulo 25">
            <a:extLst>
              <a:ext uri="{FF2B5EF4-FFF2-40B4-BE49-F238E27FC236}">
                <a16:creationId xmlns:a16="http://schemas.microsoft.com/office/drawing/2014/main" id="{6DE92662-9FB2-4740-B816-A8595882EE07}"/>
              </a:ext>
            </a:extLst>
          </p:cNvPr>
          <p:cNvSpPr/>
          <p:nvPr/>
        </p:nvSpPr>
        <p:spPr>
          <a:xfrm>
            <a:off x="636234" y="5453808"/>
            <a:ext cx="2504981" cy="338554"/>
          </a:xfrm>
          <a:prstGeom prst="rect">
            <a:avLst/>
          </a:prstGeom>
          <a:effectLst>
            <a:outerShdw blurRad="38100" dist="25400" dir="2700000" algn="tl" rotWithShape="0">
              <a:prstClr val="black">
                <a:alpha val="67000"/>
              </a:prstClr>
            </a:outerShdw>
          </a:effectLst>
        </p:spPr>
        <p:txBody>
          <a:bodyPr wrap="none">
            <a:spAutoFit/>
          </a:bodyPr>
          <a:lstStyle/>
          <a:p>
            <a:pPr>
              <a:spcBef>
                <a:spcPct val="20000"/>
              </a:spcBef>
              <a:buFont typeface="Arial" charset="0"/>
              <a:buNone/>
              <a:defRPr/>
            </a:pPr>
            <a:r>
              <a:rPr lang="en-US" sz="1600" b="1" dirty="0">
                <a:solidFill>
                  <a:schemeClr val="bg1"/>
                </a:solidFill>
                <a:latin typeface="Arial" panose="020B0604020202020204" pitchFamily="34" charset="0"/>
                <a:cs typeface="Arial" panose="020B0604020202020204" pitchFamily="34" charset="0"/>
              </a:rPr>
              <a:t>Food &amp; Beverage Team</a:t>
            </a:r>
          </a:p>
        </p:txBody>
      </p:sp>
      <p:sp>
        <p:nvSpPr>
          <p:cNvPr id="27" name="object 5">
            <a:extLst>
              <a:ext uri="{FF2B5EF4-FFF2-40B4-BE49-F238E27FC236}">
                <a16:creationId xmlns:a16="http://schemas.microsoft.com/office/drawing/2014/main" id="{AE2FA151-0025-499A-845C-83E9BF3CAEB1}"/>
              </a:ext>
            </a:extLst>
          </p:cNvPr>
          <p:cNvSpPr txBox="1"/>
          <p:nvPr/>
        </p:nvSpPr>
        <p:spPr>
          <a:xfrm>
            <a:off x="3272168" y="5900826"/>
            <a:ext cx="2335151" cy="592470"/>
          </a:xfrm>
          <a:prstGeom prst="rect">
            <a:avLst/>
          </a:prstGeom>
          <a:effectLst>
            <a:outerShdw blurRad="38100" dist="25400" dir="2700000" algn="tl" rotWithShape="0">
              <a:prstClr val="black">
                <a:alpha val="67000"/>
              </a:prstClr>
            </a:outerShdw>
          </a:effectLst>
        </p:spPr>
        <p:txBody>
          <a:bodyPr vert="horz" wrap="square" lIns="0" tIns="12700" rIns="0" bIns="0" rtlCol="0">
            <a:spAutoFit/>
          </a:bodyPr>
          <a:lstStyle>
            <a:defPPr>
              <a:defRPr lang="pt-BR"/>
            </a:defPPr>
            <a:lvl1pPr marL="12700">
              <a:lnSpc>
                <a:spcPct val="100000"/>
              </a:lnSpc>
              <a:spcBef>
                <a:spcPts val="100"/>
              </a:spcBef>
              <a:defRPr sz="1200">
                <a:solidFill>
                  <a:schemeClr val="bg1"/>
                </a:solidFill>
                <a:latin typeface="Itau Display" panose="020B0503020204020204" pitchFamily="34" charset="0"/>
                <a:cs typeface="Itau Display" panose="020B0503020204020204" pitchFamily="34" charset="0"/>
              </a:defRPr>
            </a:lvl1pPr>
          </a:lstStyle>
          <a:p>
            <a:r>
              <a:rPr lang="it-IT" dirty="0">
                <a:latin typeface="Arial" panose="020B0604020202020204" pitchFamily="34" charset="0"/>
                <a:cs typeface="Arial" panose="020B0604020202020204" pitchFamily="34" charset="0"/>
              </a:rPr>
              <a:t>Bruno Tomazetto, CNPI</a:t>
            </a:r>
          </a:p>
          <a:p>
            <a:r>
              <a:rPr lang="it-IT" dirty="0">
                <a:latin typeface="Arial" panose="020B0604020202020204" pitchFamily="34" charset="0"/>
                <a:cs typeface="Arial" panose="020B0604020202020204" pitchFamily="34" charset="0"/>
              </a:rPr>
              <a:t>+55-11-3073-3035</a:t>
            </a:r>
          </a:p>
          <a:p>
            <a:r>
              <a:rPr lang="it-IT" dirty="0">
                <a:latin typeface="Arial" panose="020B0604020202020204" pitchFamily="34" charset="0"/>
                <a:cs typeface="Arial" panose="020B0604020202020204" pitchFamily="34" charset="0"/>
              </a:rPr>
              <a:t>bruno.tomazetto@itaubba.com</a:t>
            </a:r>
            <a:endParaRPr lang="pt-BR" dirty="0">
              <a:latin typeface="Arial" panose="020B0604020202020204" pitchFamily="34" charset="0"/>
              <a:cs typeface="Arial" panose="020B0604020202020204" pitchFamily="34" charset="0"/>
            </a:endParaRPr>
          </a:p>
        </p:txBody>
      </p:sp>
      <p:sp>
        <p:nvSpPr>
          <p:cNvPr id="28" name="object 5">
            <a:extLst>
              <a:ext uri="{FF2B5EF4-FFF2-40B4-BE49-F238E27FC236}">
                <a16:creationId xmlns:a16="http://schemas.microsoft.com/office/drawing/2014/main" id="{E5EE2900-2788-4D30-BEF1-E3B38A405A9E}"/>
              </a:ext>
            </a:extLst>
          </p:cNvPr>
          <p:cNvSpPr txBox="1"/>
          <p:nvPr/>
        </p:nvSpPr>
        <p:spPr>
          <a:xfrm>
            <a:off x="712848" y="5900826"/>
            <a:ext cx="2335152" cy="592470"/>
          </a:xfrm>
          <a:prstGeom prst="rect">
            <a:avLst/>
          </a:prstGeom>
          <a:effectLst>
            <a:outerShdw blurRad="38100" dist="25400" dir="2700000" algn="tl" rotWithShape="0">
              <a:prstClr val="black">
                <a:alpha val="67000"/>
              </a:prstClr>
            </a:outerShdw>
          </a:effectLst>
        </p:spPr>
        <p:txBody>
          <a:bodyPr vert="horz" wrap="square" lIns="0" tIns="12700" rIns="0" bIns="0" rtlCol="0">
            <a:spAutoFit/>
          </a:bodyPr>
          <a:lstStyle/>
          <a:p>
            <a:pPr marL="12700">
              <a:lnSpc>
                <a:spcPct val="100000"/>
              </a:lnSpc>
              <a:spcBef>
                <a:spcPts val="100"/>
              </a:spcBef>
            </a:pPr>
            <a:r>
              <a:rPr lang="it-IT" sz="1200" b="1" dirty="0">
                <a:solidFill>
                  <a:schemeClr val="bg1"/>
                </a:solidFill>
                <a:latin typeface="Arial" panose="020B0604020202020204" pitchFamily="34" charset="0"/>
                <a:cs typeface="Arial" panose="020B0604020202020204" pitchFamily="34" charset="0"/>
              </a:rPr>
              <a:t>Gustavo Troyano, CNPI</a:t>
            </a:r>
          </a:p>
          <a:p>
            <a:pPr marL="12700">
              <a:lnSpc>
                <a:spcPct val="100000"/>
              </a:lnSpc>
              <a:spcBef>
                <a:spcPts val="100"/>
              </a:spcBef>
            </a:pPr>
            <a:r>
              <a:rPr lang="it-IT" sz="1200" dirty="0">
                <a:solidFill>
                  <a:schemeClr val="bg1"/>
                </a:solidFill>
                <a:latin typeface="Arial" panose="020B0604020202020204" pitchFamily="34" charset="0"/>
                <a:cs typeface="Arial" panose="020B0604020202020204" pitchFamily="34" charset="0"/>
              </a:rPr>
              <a:t>+55-11-3073-3269</a:t>
            </a:r>
          </a:p>
          <a:p>
            <a:pPr marL="12700">
              <a:lnSpc>
                <a:spcPct val="100000"/>
              </a:lnSpc>
              <a:spcBef>
                <a:spcPts val="100"/>
              </a:spcBef>
            </a:pPr>
            <a:r>
              <a:rPr lang="it-IT" sz="1200" dirty="0">
                <a:solidFill>
                  <a:schemeClr val="bg1"/>
                </a:solidFill>
                <a:latin typeface="Arial" panose="020B0604020202020204" pitchFamily="34" charset="0"/>
                <a:cs typeface="Arial" panose="020B0604020202020204" pitchFamily="34" charset="0"/>
              </a:rPr>
              <a:t>gustavo.troyano@itaubba.com</a:t>
            </a:r>
          </a:p>
        </p:txBody>
      </p:sp>
      <p:pic>
        <p:nvPicPr>
          <p:cNvPr id="6" name="Picture 2">
            <a:extLst>
              <a:ext uri="{FF2B5EF4-FFF2-40B4-BE49-F238E27FC236}">
                <a16:creationId xmlns:a16="http://schemas.microsoft.com/office/drawing/2014/main" id="{15B1BF66-84CF-AE6F-6281-9E42E6B943B8}"/>
              </a:ext>
            </a:extLst>
          </p:cNvPr>
          <p:cNvPicPr>
            <a:picLocks noChangeAspect="1" noChangeArrowheads="1"/>
          </p:cNvPicPr>
          <p:nvPr/>
        </p:nvPicPr>
        <p:blipFill>
          <a:blip r:embed="rId4"/>
          <a:srcRect t="17130" b="17130"/>
          <a:stretch/>
        </p:blipFill>
        <p:spPr bwMode="auto">
          <a:xfrm>
            <a:off x="9357481" y="3963077"/>
            <a:ext cx="2614221" cy="1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m 4" descr="Texto&#10;&#10;Descrição gerada automaticamente">
            <a:hlinkClick r:id="rId5"/>
            <a:extLst>
              <a:ext uri="{FF2B5EF4-FFF2-40B4-BE49-F238E27FC236}">
                <a16:creationId xmlns:a16="http://schemas.microsoft.com/office/drawing/2014/main" id="{E7138830-AC98-FE09-4039-B2DB69D808AF}"/>
              </a:ext>
            </a:extLst>
          </p:cNvPr>
          <p:cNvPicPr>
            <a:picLocks noChangeAspect="1"/>
          </p:cNvPicPr>
          <p:nvPr/>
        </p:nvPicPr>
        <p:blipFill>
          <a:blip r:embed="rId6"/>
          <a:stretch>
            <a:fillRect/>
          </a:stretch>
        </p:blipFill>
        <p:spPr>
          <a:xfrm>
            <a:off x="8705466" y="5689046"/>
            <a:ext cx="2979120" cy="829172"/>
          </a:xfrm>
          <a:prstGeom prst="rect">
            <a:avLst/>
          </a:prstGeom>
        </p:spPr>
      </p:pic>
      <p:sp>
        <p:nvSpPr>
          <p:cNvPr id="12" name="object 5">
            <a:extLst>
              <a:ext uri="{FF2B5EF4-FFF2-40B4-BE49-F238E27FC236}">
                <a16:creationId xmlns:a16="http://schemas.microsoft.com/office/drawing/2014/main" id="{6F14F83B-6E3F-F8F9-D244-F0AC152A720F}"/>
              </a:ext>
            </a:extLst>
          </p:cNvPr>
          <p:cNvSpPr txBox="1"/>
          <p:nvPr/>
        </p:nvSpPr>
        <p:spPr>
          <a:xfrm>
            <a:off x="5868082" y="5900826"/>
            <a:ext cx="2335151" cy="592470"/>
          </a:xfrm>
          <a:prstGeom prst="rect">
            <a:avLst/>
          </a:prstGeom>
          <a:effectLst>
            <a:outerShdw blurRad="38100" dist="25400" dir="2700000" algn="tl" rotWithShape="0">
              <a:prstClr val="black">
                <a:alpha val="67000"/>
              </a:prstClr>
            </a:outerShdw>
          </a:effectLst>
        </p:spPr>
        <p:txBody>
          <a:bodyPr vert="horz" wrap="square" lIns="0" tIns="12700" rIns="0" bIns="0" rtlCol="0">
            <a:spAutoFit/>
          </a:bodyPr>
          <a:lstStyle>
            <a:defPPr>
              <a:defRPr lang="pt-BR"/>
            </a:defPPr>
            <a:lvl1pPr marL="12700">
              <a:lnSpc>
                <a:spcPct val="100000"/>
              </a:lnSpc>
              <a:spcBef>
                <a:spcPts val="100"/>
              </a:spcBef>
              <a:defRPr sz="1200">
                <a:solidFill>
                  <a:schemeClr val="bg1"/>
                </a:solidFill>
                <a:latin typeface="Itau Display" panose="020B0503020204020204" pitchFamily="34" charset="0"/>
                <a:cs typeface="Itau Display" panose="020B0503020204020204" pitchFamily="34" charset="0"/>
              </a:defRPr>
            </a:lvl1pPr>
          </a:lstStyle>
          <a:p>
            <a:r>
              <a:rPr lang="it-IT" dirty="0">
                <a:latin typeface="Arial" panose="020B0604020202020204" pitchFamily="34" charset="0"/>
                <a:cs typeface="Arial" panose="020B0604020202020204" pitchFamily="34" charset="0"/>
              </a:rPr>
              <a:t>Ryu Matsuyama, CNPI</a:t>
            </a:r>
          </a:p>
          <a:p>
            <a:r>
              <a:rPr lang="it-IT" dirty="0">
                <a:latin typeface="Arial" panose="020B0604020202020204" pitchFamily="34" charset="0"/>
                <a:cs typeface="Arial" panose="020B0604020202020204" pitchFamily="34" charset="0"/>
              </a:rPr>
              <a:t>+55-11-3073-3047</a:t>
            </a:r>
          </a:p>
          <a:p>
            <a:r>
              <a:rPr lang="it-IT" dirty="0">
                <a:latin typeface="Arial" panose="020B0604020202020204" pitchFamily="34" charset="0"/>
                <a:cs typeface="Arial" panose="020B0604020202020204" pitchFamily="34" charset="0"/>
              </a:rPr>
              <a:t>ryu.matsuyama@itaubba.com</a:t>
            </a:r>
            <a:endParaRPr lang="pt-BR"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51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0A953C0-8F63-F913-D9BB-EC5C1F16A7EC}"/>
              </a:ext>
            </a:extLst>
          </p:cNvPr>
          <p:cNvPicPr>
            <a:picLocks noChangeAspect="1"/>
          </p:cNvPicPr>
          <p:nvPr/>
        </p:nvPicPr>
        <p:blipFill>
          <a:blip r:embed="rId3"/>
          <a:stretch>
            <a:fillRect/>
          </a:stretch>
        </p:blipFill>
        <p:spPr>
          <a:xfrm rot="21044058">
            <a:off x="1084582" y="2748249"/>
            <a:ext cx="9828718" cy="11039502"/>
          </a:xfrm>
          <a:prstGeom prst="rect">
            <a:avLst/>
          </a:prstGeom>
        </p:spPr>
      </p:pic>
      <p:sp>
        <p:nvSpPr>
          <p:cNvPr id="9" name="Google Shape;73;p15">
            <a:extLst>
              <a:ext uri="{FF2B5EF4-FFF2-40B4-BE49-F238E27FC236}">
                <a16:creationId xmlns:a16="http://schemas.microsoft.com/office/drawing/2014/main" id="{AB632E6A-5D6E-3105-44F2-4E16A6B53F9E}"/>
              </a:ext>
            </a:extLst>
          </p:cNvPr>
          <p:cNvSpPr>
            <a:spLocks noGrp="1" noChangeArrowheads="1"/>
          </p:cNvSpPr>
          <p:nvPr>
            <p:ph type="ctrTitle"/>
          </p:nvPr>
        </p:nvSpPr>
        <p:spPr>
          <a:xfrm>
            <a:off x="371475" y="2407591"/>
            <a:ext cx="5049837" cy="610661"/>
          </a:xfrm>
        </p:spPr>
        <p:txBody>
          <a:bodyPr/>
          <a:lstStyle/>
          <a:p>
            <a:pPr>
              <a:spcBef>
                <a:spcPct val="0"/>
              </a:spcBef>
              <a:spcAft>
                <a:spcPct val="0"/>
              </a:spcAft>
            </a:pPr>
            <a:r>
              <a:rPr lang="en-US" altLang="en-US" sz="4400" dirty="0">
                <a:solidFill>
                  <a:schemeClr val="bg1"/>
                </a:solidFill>
                <a:latin typeface="Itau Display Pro Light"/>
                <a:cs typeface="Itau Display Pro Light" pitchFamily="34" charset="0"/>
              </a:rPr>
              <a:t>Weekly</a:t>
            </a:r>
          </a:p>
        </p:txBody>
      </p:sp>
      <p:sp>
        <p:nvSpPr>
          <p:cNvPr id="10" name="Google Shape;74;p15">
            <a:extLst>
              <a:ext uri="{FF2B5EF4-FFF2-40B4-BE49-F238E27FC236}">
                <a16:creationId xmlns:a16="http://schemas.microsoft.com/office/drawing/2014/main" id="{8FADF08C-3965-AD2F-F1EE-E4566C4E8F19}"/>
              </a:ext>
            </a:extLst>
          </p:cNvPr>
          <p:cNvSpPr>
            <a:spLocks noGrp="1" noChangeArrowheads="1"/>
          </p:cNvSpPr>
          <p:nvPr>
            <p:ph type="subTitle" idx="1"/>
          </p:nvPr>
        </p:nvSpPr>
        <p:spPr>
          <a:xfrm>
            <a:off x="1209823" y="4201155"/>
            <a:ext cx="2636098" cy="808037"/>
          </a:xfrm>
        </p:spPr>
        <p:txBody>
          <a:bodyPr/>
          <a:lstStyle/>
          <a:p>
            <a:pPr marL="0" indent="0" algn="r">
              <a:spcBef>
                <a:spcPct val="0"/>
              </a:spcBef>
              <a:spcAft>
                <a:spcPct val="0"/>
              </a:spcAft>
              <a:buClr>
                <a:srgbClr val="000000"/>
              </a:buClr>
            </a:pPr>
            <a:r>
              <a:rPr lang="en-US" altLang="en-US" sz="1400" i="1" dirty="0">
                <a:solidFill>
                  <a:schemeClr val="bg1"/>
                </a:solidFill>
                <a:latin typeface="Itau Text Pro"/>
                <a:cs typeface="Itau Text Pro" pitchFamily="34" charset="0"/>
              </a:rPr>
              <a:t>In this series, we share last week’s highlights in the protein sector. Our goal is to provide a fresh view on key data for the companies we cover, which includes the latest Brazilian SECEX export figures, as well as updated Brazilian export spreads and U.S. domestic protein spreads.</a:t>
            </a:r>
          </a:p>
        </p:txBody>
      </p:sp>
      <p:sp>
        <p:nvSpPr>
          <p:cNvPr id="11" name="Google Shape;73;p15">
            <a:extLst>
              <a:ext uri="{FF2B5EF4-FFF2-40B4-BE49-F238E27FC236}">
                <a16:creationId xmlns:a16="http://schemas.microsoft.com/office/drawing/2014/main" id="{2D60CC4F-A17B-BAEC-C6B3-DF12F9139A4C}"/>
              </a:ext>
            </a:extLst>
          </p:cNvPr>
          <p:cNvSpPr txBox="1">
            <a:spLocks noChangeArrowheads="1"/>
          </p:cNvSpPr>
          <p:nvPr/>
        </p:nvSpPr>
        <p:spPr bwMode="auto">
          <a:xfrm>
            <a:off x="371475" y="2871178"/>
            <a:ext cx="6338887" cy="689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spcBef>
                <a:spcPct val="0"/>
              </a:spcBef>
              <a:buSzPts val="4400"/>
              <a:buFontTx/>
              <a:buNone/>
            </a:pPr>
            <a:r>
              <a:rPr lang="en-US" altLang="en-US" sz="4400" b="1" dirty="0">
                <a:solidFill>
                  <a:schemeClr val="bg1"/>
                </a:solidFill>
                <a:latin typeface="Itau Display Pro XBold"/>
                <a:cs typeface="Itau Display Pro XBold" pitchFamily="34" charset="0"/>
              </a:rPr>
              <a:t>Protein Intake</a:t>
            </a:r>
          </a:p>
        </p:txBody>
      </p:sp>
      <p:sp>
        <p:nvSpPr>
          <p:cNvPr id="3" name="Arredondar Retângulo em um Canto Único 14">
            <a:extLst>
              <a:ext uri="{FF2B5EF4-FFF2-40B4-BE49-F238E27FC236}">
                <a16:creationId xmlns:a16="http://schemas.microsoft.com/office/drawing/2014/main" id="{63B46DA8-BA13-9FC8-AEC8-9A42576BD39D}"/>
              </a:ext>
            </a:extLst>
          </p:cNvPr>
          <p:cNvSpPr/>
          <p:nvPr/>
        </p:nvSpPr>
        <p:spPr>
          <a:xfrm>
            <a:off x="4068127" y="328083"/>
            <a:ext cx="7752398" cy="6456175"/>
          </a:xfrm>
          <a:prstGeom prst="round1Rect">
            <a:avLst>
              <a:gd name="adj" fmla="val 6232"/>
            </a:avLst>
          </a:prstGeom>
          <a:solidFill>
            <a:schemeClr val="bg1">
              <a:lumMod val="95000"/>
            </a:schemeClr>
          </a:solidFill>
          <a:ln w="12700" cap="flat" cmpd="sng" algn="ctr">
            <a:noFill/>
            <a:prstDash val="solid"/>
            <a:miter lim="800000"/>
          </a:ln>
          <a:effectLst>
            <a:outerShdw blurRad="63500" dist="12700" dir="8100000" algn="tr" rotWithShape="0">
              <a:prstClr val="black">
                <a:alpha val="35000"/>
              </a:prstClr>
            </a:outerShdw>
          </a:effectLst>
        </p:spPr>
        <p:txBody>
          <a:bodyPr rtlCol="0" anchor="ctr"/>
          <a:lstStyle/>
          <a:p>
            <a:pPr algn="ctr"/>
            <a:endParaRPr lang="pt-BR" kern="0" dirty="0">
              <a:solidFill>
                <a:prstClr val="white"/>
              </a:solidFill>
              <a:latin typeface="Arial" panose="020B0604020202020204" pitchFamily="34" charset="0"/>
              <a:cs typeface="Arial" panose="020B0604020202020204" pitchFamily="34" charset="0"/>
            </a:endParaRPr>
          </a:p>
        </p:txBody>
      </p:sp>
      <p:sp>
        <p:nvSpPr>
          <p:cNvPr id="4" name="object 5">
            <a:extLst>
              <a:ext uri="{FF2B5EF4-FFF2-40B4-BE49-F238E27FC236}">
                <a16:creationId xmlns:a16="http://schemas.microsoft.com/office/drawing/2014/main" id="{570EAF0B-704D-332F-E4E9-35BBC70B1CC1}"/>
              </a:ext>
            </a:extLst>
          </p:cNvPr>
          <p:cNvSpPr txBox="1">
            <a:spLocks/>
          </p:cNvSpPr>
          <p:nvPr/>
        </p:nvSpPr>
        <p:spPr>
          <a:xfrm>
            <a:off x="4143429" y="399334"/>
            <a:ext cx="7507797" cy="1090042"/>
          </a:xfrm>
          <a:prstGeom prst="rect">
            <a:avLst/>
          </a:prstGeom>
        </p:spPr>
        <p:txBody>
          <a:bodyPr vert="horz" wrap="square" lIns="0" tIns="12700" rIns="0" bIns="0" rtlCol="0">
            <a:spAutoFit/>
          </a:bodyPr>
          <a:lstStyle/>
          <a:p>
            <a:pPr marL="183515" marR="5080" indent="-171450" algn="just">
              <a:lnSpc>
                <a:spcPts val="1200"/>
              </a:lnSpc>
              <a:spcAft>
                <a:spcPts val="0"/>
              </a:spcAft>
              <a:buClr>
                <a:srgbClr val="FF5500"/>
              </a:buClr>
              <a:buFont typeface="Arial" panose="020B0604020202020204" pitchFamily="34" charset="0"/>
              <a:buChar char="•"/>
            </a:pPr>
            <a:r>
              <a:rPr lang="en-US" sz="1000" dirty="0">
                <a:solidFill>
                  <a:srgbClr val="5F6162"/>
                </a:solidFill>
                <a:latin typeface="Arial" panose="020B0604020202020204" pitchFamily="34" charset="0"/>
                <a:cs typeface="Arial" panose="020B0604020202020204" pitchFamily="34" charset="0"/>
              </a:rPr>
              <a:t>xxxxxxxxx</a:t>
            </a:r>
            <a:endParaRPr lang="pt-BR" sz="1000" dirty="0">
              <a:solidFill>
                <a:srgbClr val="5F6162"/>
              </a:solidFill>
              <a:latin typeface="Arial" panose="020B0604020202020204" pitchFamily="34" charset="0"/>
              <a:cs typeface="Arial" panose="020B0604020202020204" pitchFamily="34" charset="0"/>
            </a:endParaRPr>
          </a:p>
          <a:p>
            <a:pPr marL="183515" marR="5080" indent="-171450" algn="just">
              <a:lnSpc>
                <a:spcPts val="1200"/>
              </a:lnSpc>
              <a:spcAft>
                <a:spcPts val="0"/>
              </a:spcAft>
              <a:buClr>
                <a:srgbClr val="FF5500"/>
              </a:buClr>
              <a:buFont typeface="Arial" panose="020B0604020202020204" pitchFamily="34" charset="0"/>
              <a:buChar char="•"/>
            </a:pPr>
            <a:endParaRPr lang="en-US" sz="1000" dirty="0">
              <a:solidFill>
                <a:srgbClr val="5F6162"/>
              </a:solidFill>
              <a:latin typeface="Arial" panose="020B0604020202020204" pitchFamily="34" charset="0"/>
              <a:cs typeface="Arial" panose="020B0604020202020204" pitchFamily="34" charset="0"/>
            </a:endParaRPr>
          </a:p>
          <a:p>
            <a:pPr marL="183515" marR="5080" indent="-171450" algn="just">
              <a:lnSpc>
                <a:spcPts val="1200"/>
              </a:lnSpc>
              <a:spcAft>
                <a:spcPts val="0"/>
              </a:spcAft>
              <a:buClr>
                <a:srgbClr val="FF5500"/>
              </a:buClr>
              <a:buFont typeface="Arial" panose="020B0604020202020204" pitchFamily="34" charset="0"/>
              <a:buChar char="•"/>
            </a:pPr>
            <a:r>
              <a:rPr lang="en-US" sz="1000" b="1" dirty="0">
                <a:solidFill>
                  <a:srgbClr val="5F6162"/>
                </a:solidFill>
                <a:latin typeface="Arial" panose="020B0604020202020204" pitchFamily="34" charset="0"/>
                <a:cs typeface="Arial" panose="020B0604020202020204" pitchFamily="34" charset="0"/>
              </a:rPr>
              <a:t>JBS – </a:t>
            </a:r>
            <a:r>
              <a:rPr lang="en-US" sz="1000" b="1" dirty="0" err="1">
                <a:solidFill>
                  <a:srgbClr val="5F6162"/>
                </a:solidFill>
                <a:latin typeface="Arial" panose="020B0604020202020204" pitchFamily="34" charset="0"/>
                <a:cs typeface="Arial" panose="020B0604020202020204" pitchFamily="34" charset="0"/>
              </a:rPr>
              <a:t>xxxx</a:t>
            </a:r>
            <a:r>
              <a:rPr lang="en-US" sz="1000" b="1" dirty="0">
                <a:solidFill>
                  <a:srgbClr val="5F6162"/>
                </a:solidFill>
                <a:latin typeface="Arial" panose="020B0604020202020204" pitchFamily="34" charset="0"/>
                <a:cs typeface="Arial" panose="020B0604020202020204" pitchFamily="34" charset="0"/>
              </a:rPr>
              <a:t>. </a:t>
            </a:r>
            <a:r>
              <a:rPr lang="en-US" sz="1000" dirty="0" err="1">
                <a:solidFill>
                  <a:srgbClr val="5F6162"/>
                </a:solidFill>
                <a:latin typeface="Arial" panose="020B0604020202020204" pitchFamily="34" charset="0"/>
                <a:cs typeface="Arial" panose="020B0604020202020204" pitchFamily="34" charset="0"/>
              </a:rPr>
              <a:t>xxxx</a:t>
            </a:r>
            <a:endParaRPr lang="en-US" sz="1000" dirty="0">
              <a:solidFill>
                <a:srgbClr val="5F6162"/>
              </a:solidFill>
              <a:latin typeface="Arial" panose="020B0604020202020204" pitchFamily="34" charset="0"/>
              <a:cs typeface="Arial" panose="020B0604020202020204" pitchFamily="34" charset="0"/>
            </a:endParaRPr>
          </a:p>
          <a:p>
            <a:pPr marL="183515" marR="5080" indent="-171450" algn="just">
              <a:lnSpc>
                <a:spcPts val="1200"/>
              </a:lnSpc>
              <a:spcAft>
                <a:spcPts val="0"/>
              </a:spcAft>
              <a:buClr>
                <a:srgbClr val="FF5500"/>
              </a:buClr>
              <a:buFont typeface="Arial" panose="020B0604020202020204" pitchFamily="34" charset="0"/>
              <a:buChar char="•"/>
            </a:pPr>
            <a:endParaRPr lang="en-US" sz="1000" dirty="0">
              <a:solidFill>
                <a:srgbClr val="5F6162"/>
              </a:solidFill>
              <a:latin typeface="Arial" panose="020B0604020202020204" pitchFamily="34" charset="0"/>
              <a:cs typeface="Arial" panose="020B0604020202020204" pitchFamily="34" charset="0"/>
            </a:endParaRPr>
          </a:p>
          <a:p>
            <a:pPr marL="183515" marR="5080" indent="-171450" algn="just">
              <a:lnSpc>
                <a:spcPts val="1200"/>
              </a:lnSpc>
              <a:spcAft>
                <a:spcPts val="0"/>
              </a:spcAft>
              <a:buClr>
                <a:srgbClr val="FF5500"/>
              </a:buClr>
              <a:buFont typeface="Arial" panose="020B0604020202020204" pitchFamily="34" charset="0"/>
              <a:buChar char="•"/>
            </a:pPr>
            <a:r>
              <a:rPr lang="en-US" sz="1000" b="1" dirty="0">
                <a:solidFill>
                  <a:srgbClr val="5F6162"/>
                </a:solidFill>
                <a:latin typeface="Arial" panose="020B0604020202020204" pitchFamily="34" charset="0"/>
                <a:cs typeface="Arial" panose="020B0604020202020204" pitchFamily="34" charset="0"/>
              </a:rPr>
              <a:t>MBRF – </a:t>
            </a:r>
            <a:r>
              <a:rPr lang="en-US" sz="1000" b="1" dirty="0" err="1">
                <a:solidFill>
                  <a:srgbClr val="5F6162"/>
                </a:solidFill>
                <a:latin typeface="Arial" panose="020B0604020202020204" pitchFamily="34" charset="0"/>
                <a:cs typeface="Arial" panose="020B0604020202020204" pitchFamily="34" charset="0"/>
              </a:rPr>
              <a:t>xxxx</a:t>
            </a:r>
            <a:r>
              <a:rPr lang="en-US" sz="1000" b="1" dirty="0">
                <a:solidFill>
                  <a:srgbClr val="5F6162"/>
                </a:solidFill>
                <a:latin typeface="Arial" panose="020B0604020202020204" pitchFamily="34" charset="0"/>
                <a:cs typeface="Arial" panose="020B0604020202020204" pitchFamily="34" charset="0"/>
              </a:rPr>
              <a:t>. </a:t>
            </a:r>
            <a:r>
              <a:rPr lang="en-US" sz="1000" dirty="0" err="1">
                <a:solidFill>
                  <a:srgbClr val="5F6162"/>
                </a:solidFill>
                <a:latin typeface="Arial" panose="020B0604020202020204" pitchFamily="34" charset="0"/>
                <a:cs typeface="Arial" panose="020B0604020202020204" pitchFamily="34" charset="0"/>
              </a:rPr>
              <a:t>Xxxx</a:t>
            </a:r>
            <a:endParaRPr lang="en-US" sz="1000" dirty="0">
              <a:solidFill>
                <a:srgbClr val="5F6162"/>
              </a:solidFill>
              <a:latin typeface="Arial" panose="020B0604020202020204" pitchFamily="34" charset="0"/>
              <a:cs typeface="Arial" panose="020B0604020202020204" pitchFamily="34" charset="0"/>
            </a:endParaRPr>
          </a:p>
          <a:p>
            <a:pPr marL="12065" marR="5080" algn="just">
              <a:lnSpc>
                <a:spcPts val="1200"/>
              </a:lnSpc>
              <a:spcAft>
                <a:spcPts val="0"/>
              </a:spcAft>
              <a:buClr>
                <a:srgbClr val="FF5500"/>
              </a:buClr>
            </a:pPr>
            <a:endParaRPr lang="en-US" sz="1000" dirty="0">
              <a:solidFill>
                <a:srgbClr val="5F6162"/>
              </a:solidFill>
              <a:latin typeface="Arial" panose="020B0604020202020204" pitchFamily="34" charset="0"/>
              <a:cs typeface="Arial" panose="020B0604020202020204" pitchFamily="34" charset="0"/>
            </a:endParaRPr>
          </a:p>
          <a:p>
            <a:pPr marL="183515" marR="5080" indent="-171450" algn="just">
              <a:lnSpc>
                <a:spcPts val="1200"/>
              </a:lnSpc>
              <a:spcAft>
                <a:spcPts val="0"/>
              </a:spcAft>
              <a:buClr>
                <a:srgbClr val="FF5500"/>
              </a:buClr>
              <a:buFont typeface="Arial" panose="020B0604020202020204" pitchFamily="34" charset="0"/>
              <a:buChar char="•"/>
            </a:pPr>
            <a:r>
              <a:rPr lang="en-US" sz="1000" b="1" dirty="0">
                <a:solidFill>
                  <a:srgbClr val="5F6162"/>
                </a:solidFill>
                <a:latin typeface="Arial" panose="020B0604020202020204" pitchFamily="34" charset="0"/>
                <a:cs typeface="Arial" panose="020B0604020202020204" pitchFamily="34" charset="0"/>
              </a:rPr>
              <a:t>Minerva – </a:t>
            </a:r>
            <a:r>
              <a:rPr lang="en-US" sz="1000" b="1" dirty="0" err="1">
                <a:solidFill>
                  <a:srgbClr val="5F6162"/>
                </a:solidFill>
                <a:latin typeface="Arial" panose="020B0604020202020204" pitchFamily="34" charset="0"/>
                <a:cs typeface="Arial" panose="020B0604020202020204" pitchFamily="34" charset="0"/>
              </a:rPr>
              <a:t>xxxx</a:t>
            </a:r>
            <a:r>
              <a:rPr lang="en-US" sz="1000" b="1" dirty="0">
                <a:solidFill>
                  <a:srgbClr val="5F6162"/>
                </a:solidFill>
                <a:latin typeface="Arial" panose="020B0604020202020204" pitchFamily="34" charset="0"/>
                <a:cs typeface="Arial" panose="020B0604020202020204" pitchFamily="34" charset="0"/>
              </a:rPr>
              <a:t>. </a:t>
            </a:r>
            <a:r>
              <a:rPr lang="en-US" sz="1000" dirty="0" err="1">
                <a:solidFill>
                  <a:srgbClr val="5F6162"/>
                </a:solidFill>
                <a:latin typeface="Arial" panose="020B0604020202020204" pitchFamily="34" charset="0"/>
                <a:cs typeface="Arial" panose="020B0604020202020204" pitchFamily="34" charset="0"/>
              </a:rPr>
              <a:t>xxxx</a:t>
            </a:r>
            <a:endParaRPr lang="en-US" sz="1000" dirty="0">
              <a:solidFill>
                <a:srgbClr val="5F6162"/>
              </a:solidFill>
              <a:latin typeface="Arial" panose="020B0604020202020204" pitchFamily="34" charset="0"/>
              <a:cs typeface="Arial" panose="020B0604020202020204" pitchFamily="34" charset="0"/>
            </a:endParaRPr>
          </a:p>
        </p:txBody>
      </p:sp>
      <p:pic>
        <p:nvPicPr>
          <p:cNvPr id="5" name="Imagem 2">
            <a:extLst>
              <a:ext uri="{FF2B5EF4-FFF2-40B4-BE49-F238E27FC236}">
                <a16:creationId xmlns:a16="http://schemas.microsoft.com/office/drawing/2014/main" id="{F679BA20-791C-B795-71F4-80F16A5A224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8163"/>
          <a:stretch/>
        </p:blipFill>
        <p:spPr>
          <a:xfrm>
            <a:off x="381000" y="351692"/>
            <a:ext cx="3290349" cy="1850822"/>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87283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FCFCF"/>
        </a:solidFill>
        <a:effectLst/>
      </p:bgPr>
    </p:bg>
    <p:spTree>
      <p:nvGrpSpPr>
        <p:cNvPr id="1" name=""/>
        <p:cNvGrpSpPr/>
        <p:nvPr/>
      </p:nvGrpSpPr>
      <p:grpSpPr>
        <a:xfrm>
          <a:off x="0" y="0"/>
          <a:ext cx="0" cy="0"/>
          <a:chOff x="0" y="0"/>
          <a:chExt cx="0" cy="0"/>
        </a:xfrm>
      </p:grpSpPr>
      <p:sp>
        <p:nvSpPr>
          <p:cNvPr id="3" name="Arredondar Retângulo em um Canto Único 33">
            <a:extLst>
              <a:ext uri="{FF2B5EF4-FFF2-40B4-BE49-F238E27FC236}">
                <a16:creationId xmlns:a16="http://schemas.microsoft.com/office/drawing/2014/main" id="{00F08162-8AB7-AAD6-631F-CD41905FD01B}"/>
              </a:ext>
            </a:extLst>
          </p:cNvPr>
          <p:cNvSpPr>
            <a:spLocks/>
          </p:cNvSpPr>
          <p:nvPr/>
        </p:nvSpPr>
        <p:spPr>
          <a:xfrm rot="5400000" flipH="1">
            <a:off x="12847" y="807767"/>
            <a:ext cx="6156000" cy="6180288"/>
          </a:xfrm>
          <a:prstGeom prst="round1Rect">
            <a:avLst>
              <a:gd name="adj" fmla="val 8627"/>
            </a:avLst>
          </a:prstGeom>
          <a:solidFill>
            <a:srgbClr val="DEDEDE"/>
          </a:solidFill>
          <a:ln>
            <a:noFill/>
          </a:ln>
          <a:effectLst>
            <a:innerShdw blurRad="63500" dist="50800" dir="18900000">
              <a:prstClr val="black">
                <a:alpha val="1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tângulo 5">
            <a:extLst>
              <a:ext uri="{FF2B5EF4-FFF2-40B4-BE49-F238E27FC236}">
                <a16:creationId xmlns:a16="http://schemas.microsoft.com/office/drawing/2014/main" id="{E5BCD76A-A8F4-AED3-4D87-B0CB5B2E08B4}"/>
              </a:ext>
            </a:extLst>
          </p:cNvPr>
          <p:cNvSpPr/>
          <p:nvPr/>
        </p:nvSpPr>
        <p:spPr>
          <a:xfrm>
            <a:off x="11361107" y="0"/>
            <a:ext cx="830893"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Graphic 6">
            <a:extLst>
              <a:ext uri="{FF2B5EF4-FFF2-40B4-BE49-F238E27FC236}">
                <a16:creationId xmlns:a16="http://schemas.microsoft.com/office/drawing/2014/main" id="{48A401CC-A08D-EB3D-BC00-7AC14F407F4F}"/>
              </a:ext>
            </a:extLst>
          </p:cNvPr>
          <p:cNvPicPr>
            <a:picLocks noChangeAspect="1"/>
          </p:cNvPicPr>
          <p:nvPr/>
        </p:nvPicPr>
        <p:blipFill>
          <a:blip r:embed="rId2"/>
          <a:srcRect/>
          <a:stretch/>
        </p:blipFill>
        <p:spPr>
          <a:xfrm>
            <a:off x="11402905" y="6436022"/>
            <a:ext cx="627738" cy="318053"/>
          </a:xfrm>
          <a:prstGeom prst="rect">
            <a:avLst/>
          </a:prstGeom>
        </p:spPr>
      </p:pic>
      <p:sp>
        <p:nvSpPr>
          <p:cNvPr id="17" name="object 7">
            <a:extLst>
              <a:ext uri="{FF2B5EF4-FFF2-40B4-BE49-F238E27FC236}">
                <a16:creationId xmlns:a16="http://schemas.microsoft.com/office/drawing/2014/main" id="{D77C5770-E804-70E5-E57B-CD7C08BD6162}"/>
              </a:ext>
            </a:extLst>
          </p:cNvPr>
          <p:cNvSpPr txBox="1"/>
          <p:nvPr/>
        </p:nvSpPr>
        <p:spPr>
          <a:xfrm>
            <a:off x="6639723"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Volumes </a:t>
            </a:r>
            <a:r>
              <a:rPr lang="pt-BR" sz="1100" b="1" dirty="0" err="1">
                <a:latin typeface="Arial" panose="020B0604020202020204" pitchFamily="34" charset="0"/>
                <a:cs typeface="Arial" panose="020B0604020202020204" pitchFamily="34" charset="0"/>
              </a:rPr>
              <a:t>and</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Prices</a:t>
            </a:r>
            <a:endParaRPr lang="pt-BR" sz="1100" b="1" dirty="0">
              <a:latin typeface="Arial" panose="020B0604020202020204" pitchFamily="34" charset="0"/>
              <a:cs typeface="Arial" panose="020B0604020202020204" pitchFamily="34" charset="0"/>
            </a:endParaRPr>
          </a:p>
        </p:txBody>
      </p:sp>
      <p:sp>
        <p:nvSpPr>
          <p:cNvPr id="18" name="object 12">
            <a:extLst>
              <a:ext uri="{FF2B5EF4-FFF2-40B4-BE49-F238E27FC236}">
                <a16:creationId xmlns:a16="http://schemas.microsoft.com/office/drawing/2014/main" id="{D3F6283C-7386-E0A2-FB08-0D7D401D63B0}"/>
              </a:ext>
            </a:extLst>
          </p:cNvPr>
          <p:cNvSpPr/>
          <p:nvPr/>
        </p:nvSpPr>
        <p:spPr>
          <a:xfrm>
            <a:off x="6654010"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19" name="object 5">
            <a:extLst>
              <a:ext uri="{FF2B5EF4-FFF2-40B4-BE49-F238E27FC236}">
                <a16:creationId xmlns:a16="http://schemas.microsoft.com/office/drawing/2014/main" id="{B8316DDB-AAA2-9EAD-69F3-C23ECF087720}"/>
              </a:ext>
            </a:extLst>
          </p:cNvPr>
          <p:cNvSpPr txBox="1"/>
          <p:nvPr/>
        </p:nvSpPr>
        <p:spPr>
          <a:xfrm>
            <a:off x="1102605" y="358413"/>
            <a:ext cx="10817964" cy="305212"/>
          </a:xfrm>
          <a:prstGeom prst="rect">
            <a:avLst/>
          </a:prstGeom>
        </p:spPr>
        <p:txBody>
          <a:bodyPr vert="horz" wrap="square" lIns="0" tIns="12700" rIns="0" bIns="0" rtlCol="0">
            <a:spAutoFit/>
          </a:bodyPr>
          <a:lstStyle/>
          <a:p>
            <a:pPr marL="12700">
              <a:lnSpc>
                <a:spcPct val="100000"/>
              </a:lnSpc>
              <a:spcBef>
                <a:spcPts val="100"/>
              </a:spcBef>
            </a:pPr>
            <a:r>
              <a:rPr lang="pt-BR" sz="1900" b="1" dirty="0">
                <a:solidFill>
                  <a:srgbClr val="FF5500"/>
                </a:solidFill>
                <a:latin typeface="Arial" panose="020B0604020202020204" pitchFamily="34" charset="0"/>
                <a:cs typeface="Arial" panose="020B0604020202020204" pitchFamily="34" charset="0"/>
              </a:rPr>
              <a:t>Weekly </a:t>
            </a:r>
            <a:r>
              <a:rPr lang="pt-BR" sz="1900" b="1" dirty="0" err="1">
                <a:solidFill>
                  <a:srgbClr val="FF5500"/>
                </a:solidFill>
                <a:latin typeface="Arial" panose="020B0604020202020204" pitchFamily="34" charset="0"/>
                <a:cs typeface="Arial" panose="020B0604020202020204" pitchFamily="34" charset="0"/>
              </a:rPr>
              <a:t>Beef</a:t>
            </a:r>
            <a:r>
              <a:rPr lang="pt-BR" sz="1900" b="1" dirty="0">
                <a:solidFill>
                  <a:srgbClr val="FF5500"/>
                </a:solidFill>
                <a:latin typeface="Arial" panose="020B0604020202020204" pitchFamily="34" charset="0"/>
                <a:cs typeface="Arial" panose="020B0604020202020204" pitchFamily="34" charset="0"/>
              </a:rPr>
              <a:t> </a:t>
            </a:r>
            <a:r>
              <a:rPr lang="pt-BR" sz="1900" b="1" dirty="0" err="1">
                <a:solidFill>
                  <a:srgbClr val="FF5500"/>
                </a:solidFill>
                <a:latin typeface="Arial" panose="020B0604020202020204" pitchFamily="34" charset="0"/>
                <a:cs typeface="Arial" panose="020B0604020202020204" pitchFamily="34" charset="0"/>
              </a:rPr>
              <a:t>Exports</a:t>
            </a:r>
            <a:endParaRPr sz="1900" dirty="0">
              <a:solidFill>
                <a:srgbClr val="FF5500"/>
              </a:solidFill>
              <a:latin typeface="Arial" panose="020B0604020202020204" pitchFamily="34" charset="0"/>
              <a:cs typeface="Arial" panose="020B0604020202020204" pitchFamily="34" charset="0"/>
            </a:endParaRPr>
          </a:p>
        </p:txBody>
      </p:sp>
      <p:sp>
        <p:nvSpPr>
          <p:cNvPr id="20" name="object 7">
            <a:extLst>
              <a:ext uri="{FF2B5EF4-FFF2-40B4-BE49-F238E27FC236}">
                <a16:creationId xmlns:a16="http://schemas.microsoft.com/office/drawing/2014/main" id="{F02E5458-2E25-A547-4217-C28437B06C4C}"/>
              </a:ext>
            </a:extLst>
          </p:cNvPr>
          <p:cNvSpPr txBox="1"/>
          <p:nvPr/>
        </p:nvSpPr>
        <p:spPr>
          <a:xfrm>
            <a:off x="6639723"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Price</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Variation</a:t>
            </a:r>
            <a:endParaRPr lang="pt-BR" sz="1100" b="1" dirty="0">
              <a:latin typeface="Arial" panose="020B0604020202020204" pitchFamily="34" charset="0"/>
              <a:cs typeface="Arial" panose="020B0604020202020204" pitchFamily="34" charset="0"/>
            </a:endParaRPr>
          </a:p>
        </p:txBody>
      </p:sp>
      <p:sp>
        <p:nvSpPr>
          <p:cNvPr id="21" name="object 12">
            <a:extLst>
              <a:ext uri="{FF2B5EF4-FFF2-40B4-BE49-F238E27FC236}">
                <a16:creationId xmlns:a16="http://schemas.microsoft.com/office/drawing/2014/main" id="{39676E87-14E9-2FBA-52E7-DA964F5B93EE}"/>
              </a:ext>
            </a:extLst>
          </p:cNvPr>
          <p:cNvSpPr/>
          <p:nvPr/>
        </p:nvSpPr>
        <p:spPr>
          <a:xfrm>
            <a:off x="6654010"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4" name="object 8">
            <a:extLst>
              <a:ext uri="{FF2B5EF4-FFF2-40B4-BE49-F238E27FC236}">
                <a16:creationId xmlns:a16="http://schemas.microsoft.com/office/drawing/2014/main" id="{6AA2B2A1-FA53-C860-13BE-7ECFE13A3EB9}"/>
              </a:ext>
            </a:extLst>
          </p:cNvPr>
          <p:cNvSpPr txBox="1"/>
          <p:nvPr/>
        </p:nvSpPr>
        <p:spPr>
          <a:xfrm>
            <a:off x="371475" y="6609837"/>
            <a:ext cx="3696652" cy="120546"/>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F6162"/>
                </a:solidFill>
                <a:latin typeface="Arial" panose="020B0604020202020204" pitchFamily="34" charset="0"/>
                <a:cs typeface="Arial" panose="020B0604020202020204" pitchFamily="34" charset="0"/>
              </a:rPr>
              <a:t>Source: </a:t>
            </a:r>
            <a:r>
              <a:rPr sz="700" dirty="0" err="1">
                <a:solidFill>
                  <a:srgbClr val="5F6162"/>
                </a:solidFill>
                <a:latin typeface="Arial" panose="020B0604020202020204" pitchFamily="34" charset="0"/>
                <a:cs typeface="Arial" panose="020B0604020202020204" pitchFamily="34" charset="0"/>
              </a:rPr>
              <a:t>Ita</a:t>
            </a:r>
            <a:r>
              <a:rPr lang="pt-BR" sz="700" dirty="0">
                <a:solidFill>
                  <a:srgbClr val="5F6162"/>
                </a:solidFill>
                <a:latin typeface="Arial" panose="020B0604020202020204" pitchFamily="34" charset="0"/>
                <a:cs typeface="Arial" panose="020B0604020202020204" pitchFamily="34" charset="0"/>
              </a:rPr>
              <a:t>ú</a:t>
            </a:r>
            <a:r>
              <a:rPr sz="700" dirty="0">
                <a:solidFill>
                  <a:srgbClr val="5F6162"/>
                </a:solidFill>
                <a:latin typeface="Arial" panose="020B0604020202020204" pitchFamily="34" charset="0"/>
                <a:cs typeface="Arial" panose="020B0604020202020204" pitchFamily="34" charset="0"/>
              </a:rPr>
              <a:t> BBA</a:t>
            </a:r>
            <a:r>
              <a:rPr lang="pt-BR" sz="700" dirty="0">
                <a:solidFill>
                  <a:srgbClr val="5F6162"/>
                </a:solidFill>
                <a:latin typeface="Arial" panose="020B0604020202020204" pitchFamily="34" charset="0"/>
                <a:cs typeface="Arial" panose="020B0604020202020204" pitchFamily="34" charset="0"/>
              </a:rPr>
              <a:t>, Bloomberg </a:t>
            </a:r>
            <a:r>
              <a:rPr lang="pt-BR" sz="700" dirty="0" err="1">
                <a:solidFill>
                  <a:srgbClr val="5F6162"/>
                </a:solidFill>
                <a:latin typeface="Arial" panose="020B0604020202020204" pitchFamily="34" charset="0"/>
                <a:cs typeface="Arial" panose="020B0604020202020204" pitchFamily="34" charset="0"/>
              </a:rPr>
              <a:t>and</a:t>
            </a:r>
            <a:r>
              <a:rPr lang="pt-BR" sz="700" dirty="0">
                <a:solidFill>
                  <a:srgbClr val="5F6162"/>
                </a:solidFill>
                <a:latin typeface="Arial" panose="020B0604020202020204" pitchFamily="34" charset="0"/>
                <a:cs typeface="Arial" panose="020B0604020202020204" pitchFamily="34" charset="0"/>
              </a:rPr>
              <a:t> SECEX</a:t>
            </a:r>
            <a:endParaRPr sz="700" dirty="0">
              <a:latin typeface="Arial" panose="020B0604020202020204" pitchFamily="34" charset="0"/>
              <a:cs typeface="Arial" panose="020B0604020202020204" pitchFamily="34" charset="0"/>
            </a:endParaRPr>
          </a:p>
        </p:txBody>
      </p:sp>
      <p:grpSp>
        <p:nvGrpSpPr>
          <p:cNvPr id="10" name="Agrupar 2">
            <a:extLst>
              <a:ext uri="{FF2B5EF4-FFF2-40B4-BE49-F238E27FC236}">
                <a16:creationId xmlns:a16="http://schemas.microsoft.com/office/drawing/2014/main" id="{AF7E0F40-A653-7B14-FEF8-C50A122D8191}"/>
              </a:ext>
            </a:extLst>
          </p:cNvPr>
          <p:cNvGrpSpPr/>
          <p:nvPr/>
        </p:nvGrpSpPr>
        <p:grpSpPr>
          <a:xfrm>
            <a:off x="379074" y="187885"/>
            <a:ext cx="551491" cy="535741"/>
            <a:chOff x="281999" y="250888"/>
            <a:chExt cx="874019" cy="875319"/>
          </a:xfrm>
          <a:solidFill>
            <a:schemeClr val="tx1"/>
          </a:solidFill>
        </p:grpSpPr>
        <p:sp>
          <p:nvSpPr>
            <p:cNvPr id="11" name="Retângulo de cantos arredondados 49">
              <a:extLst>
                <a:ext uri="{FF2B5EF4-FFF2-40B4-BE49-F238E27FC236}">
                  <a16:creationId xmlns:a16="http://schemas.microsoft.com/office/drawing/2014/main" id="{E3B59D1C-4398-B9F3-AD06-152F5A4BF35F}"/>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pic>
          <p:nvPicPr>
            <p:cNvPr id="12" name="Imagem 5">
              <a:extLst>
                <a:ext uri="{FF2B5EF4-FFF2-40B4-BE49-F238E27FC236}">
                  <a16:creationId xmlns:a16="http://schemas.microsoft.com/office/drawing/2014/main" id="{DAD8C7F5-369A-87BC-9F89-7C04D2F44E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338421" y="347363"/>
              <a:ext cx="741662" cy="741662"/>
            </a:xfrm>
            <a:prstGeom prst="rect">
              <a:avLst/>
            </a:prstGeom>
            <a:grpFill/>
          </p:spPr>
        </p:pic>
      </p:grpSp>
      <p:pic>
        <p:nvPicPr>
          <p:cNvPr id="13" name="Imagem 23">
            <a:extLst>
              <a:ext uri="{FF2B5EF4-FFF2-40B4-BE49-F238E27FC236}">
                <a16:creationId xmlns:a16="http://schemas.microsoft.com/office/drawing/2014/main" id="{4F6A766B-3410-4D68-13D4-33D468B6EA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2117" y="545732"/>
            <a:ext cx="267556" cy="282971"/>
          </a:xfrm>
          <a:prstGeom prst="rect">
            <a:avLst/>
          </a:prstGeom>
        </p:spPr>
      </p:pic>
      <p:sp>
        <p:nvSpPr>
          <p:cNvPr id="31" name="object 7">
            <a:extLst>
              <a:ext uri="{FF2B5EF4-FFF2-40B4-BE49-F238E27FC236}">
                <a16:creationId xmlns:a16="http://schemas.microsoft.com/office/drawing/2014/main" id="{0F3D0EA0-E76C-F5BD-39B4-088A08C789BB}"/>
              </a:ext>
            </a:extLst>
          </p:cNvPr>
          <p:cNvSpPr txBox="1"/>
          <p:nvPr/>
        </p:nvSpPr>
        <p:spPr>
          <a:xfrm>
            <a:off x="363090"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Brazilian</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Beef</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Spreads</a:t>
            </a:r>
          </a:p>
        </p:txBody>
      </p:sp>
      <p:sp>
        <p:nvSpPr>
          <p:cNvPr id="32" name="object 12">
            <a:extLst>
              <a:ext uri="{FF2B5EF4-FFF2-40B4-BE49-F238E27FC236}">
                <a16:creationId xmlns:a16="http://schemas.microsoft.com/office/drawing/2014/main" id="{4CA5D411-E65F-D436-47C7-519CC2D4CE53}"/>
              </a:ext>
            </a:extLst>
          </p:cNvPr>
          <p:cNvSpPr/>
          <p:nvPr/>
        </p:nvSpPr>
        <p:spPr>
          <a:xfrm>
            <a:off x="377377"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8" name="object 7">
            <a:extLst>
              <a:ext uri="{FF2B5EF4-FFF2-40B4-BE49-F238E27FC236}">
                <a16:creationId xmlns:a16="http://schemas.microsoft.com/office/drawing/2014/main" id="{00473683-16CA-DD27-0632-4EF35FAD51C9}"/>
              </a:ext>
            </a:extLst>
          </p:cNvPr>
          <p:cNvSpPr txBox="1"/>
          <p:nvPr/>
        </p:nvSpPr>
        <p:spPr>
          <a:xfrm>
            <a:off x="382755"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Historical</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Brazilian</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Beef</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Spreads</a:t>
            </a:r>
          </a:p>
        </p:txBody>
      </p:sp>
      <p:sp>
        <p:nvSpPr>
          <p:cNvPr id="14" name="object 12">
            <a:extLst>
              <a:ext uri="{FF2B5EF4-FFF2-40B4-BE49-F238E27FC236}">
                <a16:creationId xmlns:a16="http://schemas.microsoft.com/office/drawing/2014/main" id="{2818A113-6724-D1EA-AA31-FF662C20058F}"/>
              </a:ext>
            </a:extLst>
          </p:cNvPr>
          <p:cNvSpPr/>
          <p:nvPr/>
        </p:nvSpPr>
        <p:spPr>
          <a:xfrm>
            <a:off x="397042"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pic>
        <p:nvPicPr>
          <p:cNvPr id="33" name="Picture 32" descr="s3_spread.png"/>
          <p:cNvPicPr>
            <a:picLocks noChangeAspect="1"/>
          </p:cNvPicPr>
          <p:nvPr/>
        </p:nvPicPr>
        <p:blipFill>
          <a:blip r:embed="rId13"/>
          <a:stretch>
            <a:fillRect/>
          </a:stretch>
        </p:blipFill>
        <p:spPr>
          <a:xfrm>
            <a:off x="429768" y="1353312"/>
            <a:ext cx="5248656" cy="1828800"/>
          </a:xfrm>
          <a:prstGeom prst="rect">
            <a:avLst/>
          </a:prstGeom>
        </p:spPr>
      </p:pic>
      <p:pic>
        <p:nvPicPr>
          <p:cNvPr id="34" name="Picture 33" descr="s3_vol.png"/>
          <p:cNvPicPr>
            <a:picLocks noChangeAspect="1"/>
          </p:cNvPicPr>
          <p:nvPr/>
        </p:nvPicPr>
        <p:blipFill>
          <a:blip r:embed="rId14"/>
          <a:stretch>
            <a:fillRect/>
          </a:stretch>
        </p:blipFill>
        <p:spPr>
          <a:xfrm>
            <a:off x="6601968" y="1353312"/>
            <a:ext cx="5212080" cy="1810512"/>
          </a:xfrm>
          <a:prstGeom prst="rect">
            <a:avLst/>
          </a:prstGeom>
        </p:spPr>
      </p:pic>
      <p:pic>
        <p:nvPicPr>
          <p:cNvPr id="35" name="Picture 34" descr="s3_hist.png"/>
          <p:cNvPicPr>
            <a:picLocks noChangeAspect="1"/>
          </p:cNvPicPr>
          <p:nvPr/>
        </p:nvPicPr>
        <p:blipFill>
          <a:blip r:embed="rId15"/>
          <a:stretch>
            <a:fillRect/>
          </a:stretch>
        </p:blipFill>
        <p:spPr>
          <a:xfrm>
            <a:off x="521207" y="4215384"/>
            <a:ext cx="5294376" cy="1783080"/>
          </a:xfrm>
          <a:prstGeom prst="rect">
            <a:avLst/>
          </a:prstGeom>
        </p:spPr>
      </p:pic>
      <p:pic>
        <p:nvPicPr>
          <p:cNvPr id="36" name="Picture 35" descr="s3_price.png"/>
          <p:cNvPicPr>
            <a:picLocks noChangeAspect="1"/>
          </p:cNvPicPr>
          <p:nvPr/>
        </p:nvPicPr>
        <p:blipFill>
          <a:blip r:embed="rId16"/>
          <a:stretch>
            <a:fillRect/>
          </a:stretch>
        </p:blipFill>
        <p:spPr>
          <a:xfrm>
            <a:off x="6537960" y="4206240"/>
            <a:ext cx="5285232" cy="1792224"/>
          </a:xfrm>
          <a:prstGeom prst="rect">
            <a:avLst/>
          </a:prstGeom>
        </p:spPr>
      </p:pic>
    </p:spTree>
    <p:extLst>
      <p:ext uri="{BB962C8B-B14F-4D97-AF65-F5344CB8AC3E}">
        <p14:creationId xmlns:p14="http://schemas.microsoft.com/office/powerpoint/2010/main" val="1205843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FCFCF"/>
        </a:solidFill>
        <a:effectLst/>
      </p:bgPr>
    </p:bg>
    <p:spTree>
      <p:nvGrpSpPr>
        <p:cNvPr id="1" name=""/>
        <p:cNvGrpSpPr/>
        <p:nvPr/>
      </p:nvGrpSpPr>
      <p:grpSpPr>
        <a:xfrm>
          <a:off x="0" y="0"/>
          <a:ext cx="0" cy="0"/>
          <a:chOff x="0" y="0"/>
          <a:chExt cx="0" cy="0"/>
        </a:xfrm>
      </p:grpSpPr>
      <p:sp>
        <p:nvSpPr>
          <p:cNvPr id="5" name="Arredondar Retângulo em um Canto Único 33">
            <a:extLst>
              <a:ext uri="{FF2B5EF4-FFF2-40B4-BE49-F238E27FC236}">
                <a16:creationId xmlns:a16="http://schemas.microsoft.com/office/drawing/2014/main" id="{F32981AD-B1E9-4A4A-9AC3-C2F12137850E}"/>
              </a:ext>
            </a:extLst>
          </p:cNvPr>
          <p:cNvSpPr/>
          <p:nvPr/>
        </p:nvSpPr>
        <p:spPr>
          <a:xfrm rot="5400000" flipH="1">
            <a:off x="12847" y="807767"/>
            <a:ext cx="6156000" cy="6180288"/>
          </a:xfrm>
          <a:prstGeom prst="round1Rect">
            <a:avLst>
              <a:gd name="adj" fmla="val 8627"/>
            </a:avLst>
          </a:prstGeom>
          <a:solidFill>
            <a:srgbClr val="DEDEDE"/>
          </a:solidFill>
          <a:ln>
            <a:noFill/>
          </a:ln>
          <a:effectLst>
            <a:innerShdw blurRad="63500" dist="50800" dir="18900000">
              <a:prstClr val="black">
                <a:alpha val="1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Agrupar 2">
            <a:extLst>
              <a:ext uri="{FF2B5EF4-FFF2-40B4-BE49-F238E27FC236}">
                <a16:creationId xmlns:a16="http://schemas.microsoft.com/office/drawing/2014/main" id="{72671D33-359E-EF9A-6782-9A5732112958}"/>
              </a:ext>
            </a:extLst>
          </p:cNvPr>
          <p:cNvGrpSpPr/>
          <p:nvPr/>
        </p:nvGrpSpPr>
        <p:grpSpPr>
          <a:xfrm>
            <a:off x="377377" y="187885"/>
            <a:ext cx="551491" cy="532085"/>
            <a:chOff x="281999" y="250888"/>
            <a:chExt cx="874019" cy="875319"/>
          </a:xfrm>
          <a:solidFill>
            <a:schemeClr val="tx1"/>
          </a:solidFill>
        </p:grpSpPr>
        <p:sp>
          <p:nvSpPr>
            <p:cNvPr id="15" name="Retângulo de cantos arredondados 49">
              <a:extLst>
                <a:ext uri="{FF2B5EF4-FFF2-40B4-BE49-F238E27FC236}">
                  <a16:creationId xmlns:a16="http://schemas.microsoft.com/office/drawing/2014/main" id="{173DEC06-7F4A-1245-9F33-E3D63D97994F}"/>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pt-BR" sz="4800" b="1" kern="0" dirty="0">
                <a:solidFill>
                  <a:prstClr val="white"/>
                </a:solidFill>
                <a:latin typeface="Itau Display" panose="020B0503020204020204" pitchFamily="34" charset="0"/>
              </a:endParaRPr>
            </a:p>
          </p:txBody>
        </p:sp>
        <p:grpSp>
          <p:nvGrpSpPr>
            <p:cNvPr id="24" name="Agrupar 1">
              <a:extLst>
                <a:ext uri="{FF2B5EF4-FFF2-40B4-BE49-F238E27FC236}">
                  <a16:creationId xmlns:a16="http://schemas.microsoft.com/office/drawing/2014/main" id="{96FF865E-552A-A245-3307-FDF0D97CF155}"/>
                </a:ext>
              </a:extLst>
            </p:cNvPr>
            <p:cNvGrpSpPr/>
            <p:nvPr/>
          </p:nvGrpSpPr>
          <p:grpSpPr>
            <a:xfrm>
              <a:off x="393700" y="331763"/>
              <a:ext cx="698232" cy="722366"/>
              <a:chOff x="393700" y="331763"/>
              <a:chExt cx="698232" cy="722366"/>
            </a:xfrm>
            <a:grpFill/>
          </p:grpSpPr>
          <p:pic>
            <p:nvPicPr>
              <p:cNvPr id="25" name="Imagem 52">
                <a:extLst>
                  <a:ext uri="{FF2B5EF4-FFF2-40B4-BE49-F238E27FC236}">
                    <a16:creationId xmlns:a16="http://schemas.microsoft.com/office/drawing/2014/main" id="{40494345-9880-31F6-F6E9-86C81FFCE5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393700" y="331763"/>
                <a:ext cx="698232" cy="698232"/>
              </a:xfrm>
              <a:prstGeom prst="rect">
                <a:avLst/>
              </a:prstGeom>
              <a:grpFill/>
            </p:spPr>
          </p:pic>
          <p:pic>
            <p:nvPicPr>
              <p:cNvPr id="26" name="Imagem 53">
                <a:extLst>
                  <a:ext uri="{FF2B5EF4-FFF2-40B4-BE49-F238E27FC236}">
                    <a16:creationId xmlns:a16="http://schemas.microsoft.com/office/drawing/2014/main" id="{E2B7227C-9C10-EFB9-75AF-324AD14410E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74523"/>
              <a:stretch/>
            </p:blipFill>
            <p:spPr>
              <a:xfrm rot="20447467" flipH="1">
                <a:off x="581789" y="849839"/>
                <a:ext cx="401249" cy="204290"/>
              </a:xfrm>
              <a:prstGeom prst="rect">
                <a:avLst/>
              </a:prstGeom>
              <a:grpFill/>
            </p:spPr>
          </p:pic>
        </p:grpSp>
      </p:grpSp>
      <p:sp>
        <p:nvSpPr>
          <p:cNvPr id="6" name="Retângulo 5">
            <a:extLst>
              <a:ext uri="{FF2B5EF4-FFF2-40B4-BE49-F238E27FC236}">
                <a16:creationId xmlns:a16="http://schemas.microsoft.com/office/drawing/2014/main" id="{E5BCD76A-A8F4-AED3-4D87-B0CB5B2E08B4}"/>
              </a:ext>
            </a:extLst>
          </p:cNvPr>
          <p:cNvSpPr/>
          <p:nvPr/>
        </p:nvSpPr>
        <p:spPr>
          <a:xfrm>
            <a:off x="11361107" y="0"/>
            <a:ext cx="830893"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Graphic 6">
            <a:extLst>
              <a:ext uri="{FF2B5EF4-FFF2-40B4-BE49-F238E27FC236}">
                <a16:creationId xmlns:a16="http://schemas.microsoft.com/office/drawing/2014/main" id="{48A401CC-A08D-EB3D-BC00-7AC14F407F4F}"/>
              </a:ext>
            </a:extLst>
          </p:cNvPr>
          <p:cNvPicPr>
            <a:picLocks noChangeAspect="1"/>
          </p:cNvPicPr>
          <p:nvPr/>
        </p:nvPicPr>
        <p:blipFill>
          <a:blip r:embed="rId4"/>
          <a:srcRect/>
          <a:stretch/>
        </p:blipFill>
        <p:spPr>
          <a:xfrm>
            <a:off x="11402905" y="6436022"/>
            <a:ext cx="627738" cy="318053"/>
          </a:xfrm>
          <a:prstGeom prst="rect">
            <a:avLst/>
          </a:prstGeom>
        </p:spPr>
      </p:pic>
      <p:sp>
        <p:nvSpPr>
          <p:cNvPr id="17" name="object 7">
            <a:extLst>
              <a:ext uri="{FF2B5EF4-FFF2-40B4-BE49-F238E27FC236}">
                <a16:creationId xmlns:a16="http://schemas.microsoft.com/office/drawing/2014/main" id="{D77C5770-E804-70E5-E57B-CD7C08BD6162}"/>
              </a:ext>
            </a:extLst>
          </p:cNvPr>
          <p:cNvSpPr txBox="1"/>
          <p:nvPr/>
        </p:nvSpPr>
        <p:spPr>
          <a:xfrm>
            <a:off x="6639723"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Volumes </a:t>
            </a:r>
            <a:r>
              <a:rPr lang="pt-BR" sz="1100" b="1" dirty="0" err="1">
                <a:latin typeface="Arial" panose="020B0604020202020204" pitchFamily="34" charset="0"/>
                <a:cs typeface="Arial" panose="020B0604020202020204" pitchFamily="34" charset="0"/>
              </a:rPr>
              <a:t>and</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Prices</a:t>
            </a:r>
            <a:endParaRPr lang="pt-BR" sz="1100" b="1" dirty="0">
              <a:latin typeface="Arial" panose="020B0604020202020204" pitchFamily="34" charset="0"/>
              <a:cs typeface="Arial" panose="020B0604020202020204" pitchFamily="34" charset="0"/>
            </a:endParaRPr>
          </a:p>
        </p:txBody>
      </p:sp>
      <p:sp>
        <p:nvSpPr>
          <p:cNvPr id="18" name="object 12">
            <a:extLst>
              <a:ext uri="{FF2B5EF4-FFF2-40B4-BE49-F238E27FC236}">
                <a16:creationId xmlns:a16="http://schemas.microsoft.com/office/drawing/2014/main" id="{D3F6283C-7386-E0A2-FB08-0D7D401D63B0}"/>
              </a:ext>
            </a:extLst>
          </p:cNvPr>
          <p:cNvSpPr/>
          <p:nvPr/>
        </p:nvSpPr>
        <p:spPr>
          <a:xfrm>
            <a:off x="6654010"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20" name="object 7">
            <a:extLst>
              <a:ext uri="{FF2B5EF4-FFF2-40B4-BE49-F238E27FC236}">
                <a16:creationId xmlns:a16="http://schemas.microsoft.com/office/drawing/2014/main" id="{F02E5458-2E25-A547-4217-C28437B06C4C}"/>
              </a:ext>
            </a:extLst>
          </p:cNvPr>
          <p:cNvSpPr txBox="1"/>
          <p:nvPr/>
        </p:nvSpPr>
        <p:spPr>
          <a:xfrm>
            <a:off x="6639723"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Price</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Variation</a:t>
            </a:r>
            <a:endParaRPr lang="pt-BR" sz="1100" b="1" dirty="0">
              <a:latin typeface="Arial" panose="020B0604020202020204" pitchFamily="34" charset="0"/>
              <a:cs typeface="Arial" panose="020B0604020202020204" pitchFamily="34" charset="0"/>
            </a:endParaRPr>
          </a:p>
        </p:txBody>
      </p:sp>
      <p:sp>
        <p:nvSpPr>
          <p:cNvPr id="41" name="object 8">
            <a:extLst>
              <a:ext uri="{FF2B5EF4-FFF2-40B4-BE49-F238E27FC236}">
                <a16:creationId xmlns:a16="http://schemas.microsoft.com/office/drawing/2014/main" id="{D38C6A0A-CF0F-642A-A0AA-BEA17B656935}"/>
              </a:ext>
            </a:extLst>
          </p:cNvPr>
          <p:cNvSpPr txBox="1"/>
          <p:nvPr/>
        </p:nvSpPr>
        <p:spPr>
          <a:xfrm>
            <a:off x="371475" y="6609837"/>
            <a:ext cx="3696652" cy="120546"/>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F6162"/>
                </a:solidFill>
                <a:latin typeface="Arial" panose="020B0604020202020204" pitchFamily="34" charset="0"/>
                <a:cs typeface="Arial" panose="020B0604020202020204" pitchFamily="34" charset="0"/>
              </a:rPr>
              <a:t>Source: </a:t>
            </a:r>
            <a:r>
              <a:rPr sz="700" dirty="0" err="1">
                <a:solidFill>
                  <a:srgbClr val="5F6162"/>
                </a:solidFill>
                <a:latin typeface="Arial" panose="020B0604020202020204" pitchFamily="34" charset="0"/>
                <a:cs typeface="Arial" panose="020B0604020202020204" pitchFamily="34" charset="0"/>
              </a:rPr>
              <a:t>Ita</a:t>
            </a:r>
            <a:r>
              <a:rPr lang="pt-BR" sz="700" dirty="0">
                <a:solidFill>
                  <a:srgbClr val="5F6162"/>
                </a:solidFill>
                <a:latin typeface="Arial" panose="020B0604020202020204" pitchFamily="34" charset="0"/>
                <a:cs typeface="Arial" panose="020B0604020202020204" pitchFamily="34" charset="0"/>
              </a:rPr>
              <a:t>ú</a:t>
            </a:r>
            <a:r>
              <a:rPr sz="700" dirty="0">
                <a:solidFill>
                  <a:srgbClr val="5F6162"/>
                </a:solidFill>
                <a:latin typeface="Arial" panose="020B0604020202020204" pitchFamily="34" charset="0"/>
                <a:cs typeface="Arial" panose="020B0604020202020204" pitchFamily="34" charset="0"/>
              </a:rPr>
              <a:t> BBA</a:t>
            </a:r>
            <a:r>
              <a:rPr lang="pt-BR" sz="700" dirty="0">
                <a:solidFill>
                  <a:srgbClr val="5F6162"/>
                </a:solidFill>
                <a:latin typeface="Arial" panose="020B0604020202020204" pitchFamily="34" charset="0"/>
                <a:cs typeface="Arial" panose="020B0604020202020204" pitchFamily="34" charset="0"/>
              </a:rPr>
              <a:t>, Bloomberg </a:t>
            </a:r>
            <a:r>
              <a:rPr lang="pt-BR" sz="700" dirty="0" err="1">
                <a:solidFill>
                  <a:srgbClr val="5F6162"/>
                </a:solidFill>
                <a:latin typeface="Arial" panose="020B0604020202020204" pitchFamily="34" charset="0"/>
                <a:cs typeface="Arial" panose="020B0604020202020204" pitchFamily="34" charset="0"/>
              </a:rPr>
              <a:t>and</a:t>
            </a:r>
            <a:r>
              <a:rPr lang="pt-BR" sz="700" dirty="0">
                <a:solidFill>
                  <a:srgbClr val="5F6162"/>
                </a:solidFill>
                <a:latin typeface="Arial" panose="020B0604020202020204" pitchFamily="34" charset="0"/>
                <a:cs typeface="Arial" panose="020B0604020202020204" pitchFamily="34" charset="0"/>
              </a:rPr>
              <a:t> SECEX</a:t>
            </a:r>
            <a:endParaRPr sz="700" dirty="0">
              <a:latin typeface="Arial" panose="020B0604020202020204" pitchFamily="34" charset="0"/>
              <a:cs typeface="Arial" panose="020B0604020202020204" pitchFamily="34" charset="0"/>
            </a:endParaRPr>
          </a:p>
        </p:txBody>
      </p:sp>
      <p:sp>
        <p:nvSpPr>
          <p:cNvPr id="8" name="object 7">
            <a:extLst>
              <a:ext uri="{FF2B5EF4-FFF2-40B4-BE49-F238E27FC236}">
                <a16:creationId xmlns:a16="http://schemas.microsoft.com/office/drawing/2014/main" id="{933AC0B8-EAD0-08EB-C721-915BB5DE149C}"/>
              </a:ext>
            </a:extLst>
          </p:cNvPr>
          <p:cNvSpPr txBox="1"/>
          <p:nvPr/>
        </p:nvSpPr>
        <p:spPr>
          <a:xfrm>
            <a:off x="363090"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Brazilian</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Poultry</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Spreads</a:t>
            </a:r>
          </a:p>
        </p:txBody>
      </p:sp>
      <p:sp>
        <p:nvSpPr>
          <p:cNvPr id="10" name="object 12">
            <a:extLst>
              <a:ext uri="{FF2B5EF4-FFF2-40B4-BE49-F238E27FC236}">
                <a16:creationId xmlns:a16="http://schemas.microsoft.com/office/drawing/2014/main" id="{9B5EBF04-5D44-E658-98AD-3D1A29DFFEA6}"/>
              </a:ext>
            </a:extLst>
          </p:cNvPr>
          <p:cNvSpPr/>
          <p:nvPr/>
        </p:nvSpPr>
        <p:spPr>
          <a:xfrm>
            <a:off x="377377"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11" name="object 5">
            <a:extLst>
              <a:ext uri="{FF2B5EF4-FFF2-40B4-BE49-F238E27FC236}">
                <a16:creationId xmlns:a16="http://schemas.microsoft.com/office/drawing/2014/main" id="{76409F04-BD0F-9A87-D73D-0060DA1DB862}"/>
              </a:ext>
            </a:extLst>
          </p:cNvPr>
          <p:cNvSpPr txBox="1"/>
          <p:nvPr/>
        </p:nvSpPr>
        <p:spPr>
          <a:xfrm>
            <a:off x="1102605" y="358413"/>
            <a:ext cx="10817964" cy="305212"/>
          </a:xfrm>
          <a:prstGeom prst="rect">
            <a:avLst/>
          </a:prstGeom>
        </p:spPr>
        <p:txBody>
          <a:bodyPr vert="horz" wrap="square" lIns="0" tIns="12700" rIns="0" bIns="0" rtlCol="0">
            <a:spAutoFit/>
          </a:bodyPr>
          <a:lstStyle/>
          <a:p>
            <a:pPr marL="12700">
              <a:lnSpc>
                <a:spcPct val="100000"/>
              </a:lnSpc>
              <a:spcBef>
                <a:spcPts val="100"/>
              </a:spcBef>
            </a:pPr>
            <a:r>
              <a:rPr lang="pt-BR" sz="1900" b="1" dirty="0">
                <a:solidFill>
                  <a:srgbClr val="FF5500"/>
                </a:solidFill>
                <a:latin typeface="Arial" panose="020B0604020202020204" pitchFamily="34" charset="0"/>
                <a:cs typeface="Arial" panose="020B0604020202020204" pitchFamily="34" charset="0"/>
              </a:rPr>
              <a:t>Weekly </a:t>
            </a:r>
            <a:r>
              <a:rPr lang="pt-BR" sz="1900" b="1" dirty="0" err="1">
                <a:solidFill>
                  <a:srgbClr val="FF5500"/>
                </a:solidFill>
                <a:latin typeface="Arial" panose="020B0604020202020204" pitchFamily="34" charset="0"/>
                <a:cs typeface="Arial" panose="020B0604020202020204" pitchFamily="34" charset="0"/>
              </a:rPr>
              <a:t>Poultry</a:t>
            </a:r>
            <a:r>
              <a:rPr lang="pt-BR" sz="1900" b="1" dirty="0">
                <a:solidFill>
                  <a:srgbClr val="FF5500"/>
                </a:solidFill>
                <a:latin typeface="Arial" panose="020B0604020202020204" pitchFamily="34" charset="0"/>
                <a:cs typeface="Arial" panose="020B0604020202020204" pitchFamily="34" charset="0"/>
              </a:rPr>
              <a:t> </a:t>
            </a:r>
            <a:r>
              <a:rPr lang="pt-BR" sz="1900" b="1" dirty="0" err="1">
                <a:solidFill>
                  <a:srgbClr val="FF5500"/>
                </a:solidFill>
                <a:latin typeface="Arial" panose="020B0604020202020204" pitchFamily="34" charset="0"/>
                <a:cs typeface="Arial" panose="020B0604020202020204" pitchFamily="34" charset="0"/>
              </a:rPr>
              <a:t>Exports</a:t>
            </a:r>
            <a:endParaRPr sz="1900" dirty="0">
              <a:solidFill>
                <a:srgbClr val="FF5500"/>
              </a:solidFill>
              <a:latin typeface="Arial" panose="020B0604020202020204" pitchFamily="34" charset="0"/>
              <a:cs typeface="Arial" panose="020B0604020202020204" pitchFamily="34" charset="0"/>
            </a:endParaRPr>
          </a:p>
        </p:txBody>
      </p:sp>
      <p:pic>
        <p:nvPicPr>
          <p:cNvPr id="12" name="Imagem 23">
            <a:extLst>
              <a:ext uri="{FF2B5EF4-FFF2-40B4-BE49-F238E27FC236}">
                <a16:creationId xmlns:a16="http://schemas.microsoft.com/office/drawing/2014/main" id="{EE617BC8-60FA-5C88-1846-0B2938AF791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2117" y="545732"/>
            <a:ext cx="267556" cy="282971"/>
          </a:xfrm>
          <a:prstGeom prst="rect">
            <a:avLst/>
          </a:prstGeom>
        </p:spPr>
      </p:pic>
      <p:sp>
        <p:nvSpPr>
          <p:cNvPr id="19" name="object 7">
            <a:extLst>
              <a:ext uri="{FF2B5EF4-FFF2-40B4-BE49-F238E27FC236}">
                <a16:creationId xmlns:a16="http://schemas.microsoft.com/office/drawing/2014/main" id="{F1F5AFE5-77E6-3BBE-836C-F37A044D4C0B}"/>
              </a:ext>
            </a:extLst>
          </p:cNvPr>
          <p:cNvSpPr txBox="1"/>
          <p:nvPr/>
        </p:nvSpPr>
        <p:spPr>
          <a:xfrm>
            <a:off x="382755"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Historical</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Brazilian</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Poultry</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Spreads</a:t>
            </a:r>
          </a:p>
        </p:txBody>
      </p:sp>
      <p:sp>
        <p:nvSpPr>
          <p:cNvPr id="22" name="object 12">
            <a:extLst>
              <a:ext uri="{FF2B5EF4-FFF2-40B4-BE49-F238E27FC236}">
                <a16:creationId xmlns:a16="http://schemas.microsoft.com/office/drawing/2014/main" id="{8D9DF1BC-6F11-CB7B-C3A6-496518E87181}"/>
              </a:ext>
            </a:extLst>
          </p:cNvPr>
          <p:cNvSpPr/>
          <p:nvPr/>
        </p:nvSpPr>
        <p:spPr>
          <a:xfrm>
            <a:off x="397042"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9" name="object 12">
            <a:extLst>
              <a:ext uri="{FF2B5EF4-FFF2-40B4-BE49-F238E27FC236}">
                <a16:creationId xmlns:a16="http://schemas.microsoft.com/office/drawing/2014/main" id="{27779001-F1D1-C938-5990-20B62B4158E7}"/>
              </a:ext>
            </a:extLst>
          </p:cNvPr>
          <p:cNvSpPr/>
          <p:nvPr/>
        </p:nvSpPr>
        <p:spPr>
          <a:xfrm>
            <a:off x="6654010"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pic>
        <p:nvPicPr>
          <p:cNvPr id="42" name="Picture 41" descr="s4_spread.png"/>
          <p:cNvPicPr>
            <a:picLocks noChangeAspect="1"/>
          </p:cNvPicPr>
          <p:nvPr/>
        </p:nvPicPr>
        <p:blipFill>
          <a:blip r:embed="rId14"/>
          <a:stretch>
            <a:fillRect/>
          </a:stretch>
        </p:blipFill>
        <p:spPr>
          <a:xfrm>
            <a:off x="365760" y="1389888"/>
            <a:ext cx="5266944" cy="1819656"/>
          </a:xfrm>
          <a:prstGeom prst="rect">
            <a:avLst/>
          </a:prstGeom>
        </p:spPr>
      </p:pic>
      <p:pic>
        <p:nvPicPr>
          <p:cNvPr id="43" name="Picture 42" descr="s4_vol.png"/>
          <p:cNvPicPr>
            <a:picLocks noChangeAspect="1"/>
          </p:cNvPicPr>
          <p:nvPr/>
        </p:nvPicPr>
        <p:blipFill>
          <a:blip r:embed="rId15"/>
          <a:stretch>
            <a:fillRect/>
          </a:stretch>
        </p:blipFill>
        <p:spPr>
          <a:xfrm>
            <a:off x="6547104" y="1389888"/>
            <a:ext cx="5276088" cy="1792224"/>
          </a:xfrm>
          <a:prstGeom prst="rect">
            <a:avLst/>
          </a:prstGeom>
        </p:spPr>
      </p:pic>
      <p:pic>
        <p:nvPicPr>
          <p:cNvPr id="44" name="Picture 43" descr="s4_hist.png"/>
          <p:cNvPicPr>
            <a:picLocks noChangeAspect="1"/>
          </p:cNvPicPr>
          <p:nvPr/>
        </p:nvPicPr>
        <p:blipFill>
          <a:blip r:embed="rId16"/>
          <a:stretch>
            <a:fillRect/>
          </a:stretch>
        </p:blipFill>
        <p:spPr>
          <a:xfrm>
            <a:off x="448056" y="4242816"/>
            <a:ext cx="5440680" cy="1792224"/>
          </a:xfrm>
          <a:prstGeom prst="rect">
            <a:avLst/>
          </a:prstGeom>
        </p:spPr>
      </p:pic>
      <p:pic>
        <p:nvPicPr>
          <p:cNvPr id="45" name="Picture 44" descr="s4_price.png"/>
          <p:cNvPicPr>
            <a:picLocks noChangeAspect="1"/>
          </p:cNvPicPr>
          <p:nvPr/>
        </p:nvPicPr>
        <p:blipFill>
          <a:blip r:embed="rId17"/>
          <a:stretch>
            <a:fillRect/>
          </a:stretch>
        </p:blipFill>
        <p:spPr>
          <a:xfrm>
            <a:off x="6547104" y="4233672"/>
            <a:ext cx="5358384" cy="1810512"/>
          </a:xfrm>
          <a:prstGeom prst="rect">
            <a:avLst/>
          </a:prstGeom>
        </p:spPr>
      </p:pic>
    </p:spTree>
    <p:extLst>
      <p:ext uri="{BB962C8B-B14F-4D97-AF65-F5344CB8AC3E}">
        <p14:creationId xmlns:p14="http://schemas.microsoft.com/office/powerpoint/2010/main" val="3266113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FCFCF"/>
        </a:solidFill>
        <a:effectLst/>
      </p:bgPr>
    </p:bg>
    <p:spTree>
      <p:nvGrpSpPr>
        <p:cNvPr id="1" name=""/>
        <p:cNvGrpSpPr/>
        <p:nvPr/>
      </p:nvGrpSpPr>
      <p:grpSpPr>
        <a:xfrm>
          <a:off x="0" y="0"/>
          <a:ext cx="0" cy="0"/>
          <a:chOff x="0" y="0"/>
          <a:chExt cx="0" cy="0"/>
        </a:xfrm>
      </p:grpSpPr>
      <p:sp>
        <p:nvSpPr>
          <p:cNvPr id="5" name="Arredondar Retângulo em um Canto Único 33">
            <a:extLst>
              <a:ext uri="{FF2B5EF4-FFF2-40B4-BE49-F238E27FC236}">
                <a16:creationId xmlns:a16="http://schemas.microsoft.com/office/drawing/2014/main" id="{8C8F54E1-FE23-992D-1004-FE162103636F}"/>
              </a:ext>
            </a:extLst>
          </p:cNvPr>
          <p:cNvSpPr/>
          <p:nvPr/>
        </p:nvSpPr>
        <p:spPr>
          <a:xfrm rot="5400000" flipH="1">
            <a:off x="12847" y="807767"/>
            <a:ext cx="6156000" cy="6180288"/>
          </a:xfrm>
          <a:prstGeom prst="round1Rect">
            <a:avLst>
              <a:gd name="adj" fmla="val 8627"/>
            </a:avLst>
          </a:prstGeom>
          <a:solidFill>
            <a:srgbClr val="DEDEDE"/>
          </a:solidFill>
          <a:ln>
            <a:noFill/>
          </a:ln>
          <a:effectLst>
            <a:innerShdw blurRad="63500" dist="50800" dir="18900000">
              <a:prstClr val="black">
                <a:alpha val="1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Agrupar 4">
            <a:extLst>
              <a:ext uri="{FF2B5EF4-FFF2-40B4-BE49-F238E27FC236}">
                <a16:creationId xmlns:a16="http://schemas.microsoft.com/office/drawing/2014/main" id="{68BEFFAF-FE89-7F9E-EDF5-74C50BD7506A}"/>
              </a:ext>
            </a:extLst>
          </p:cNvPr>
          <p:cNvGrpSpPr/>
          <p:nvPr/>
        </p:nvGrpSpPr>
        <p:grpSpPr>
          <a:xfrm>
            <a:off x="375976" y="186370"/>
            <a:ext cx="554589" cy="537256"/>
            <a:chOff x="7198428" y="-1356262"/>
            <a:chExt cx="1269109" cy="1270996"/>
          </a:xfrm>
          <a:solidFill>
            <a:schemeClr val="tx1"/>
          </a:solidFill>
        </p:grpSpPr>
        <p:sp>
          <p:nvSpPr>
            <p:cNvPr id="15" name="Retângulo de cantos arredondados 49">
              <a:extLst>
                <a:ext uri="{FF2B5EF4-FFF2-40B4-BE49-F238E27FC236}">
                  <a16:creationId xmlns:a16="http://schemas.microsoft.com/office/drawing/2014/main" id="{54E83F20-EDA9-F6D3-4B13-B9A9AF302414}"/>
                </a:ext>
              </a:extLst>
            </p:cNvPr>
            <p:cNvSpPr/>
            <p:nvPr/>
          </p:nvSpPr>
          <p:spPr>
            <a:xfrm>
              <a:off x="7198428" y="-1356262"/>
              <a:ext cx="1269109" cy="1270996"/>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pic>
          <p:nvPicPr>
            <p:cNvPr id="24" name="Imagem 3">
              <a:extLst>
                <a:ext uri="{FF2B5EF4-FFF2-40B4-BE49-F238E27FC236}">
                  <a16:creationId xmlns:a16="http://schemas.microsoft.com/office/drawing/2014/main" id="{5F72642F-0253-CD11-0D12-6A3C29671E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9842" y="-1262312"/>
              <a:ext cx="1135918" cy="1135918"/>
            </a:xfrm>
            <a:prstGeom prst="rect">
              <a:avLst/>
            </a:prstGeom>
            <a:grpFill/>
          </p:spPr>
        </p:pic>
      </p:grpSp>
      <p:sp>
        <p:nvSpPr>
          <p:cNvPr id="6" name="Retângulo 5">
            <a:extLst>
              <a:ext uri="{FF2B5EF4-FFF2-40B4-BE49-F238E27FC236}">
                <a16:creationId xmlns:a16="http://schemas.microsoft.com/office/drawing/2014/main" id="{E5BCD76A-A8F4-AED3-4D87-B0CB5B2E08B4}"/>
              </a:ext>
            </a:extLst>
          </p:cNvPr>
          <p:cNvSpPr/>
          <p:nvPr/>
        </p:nvSpPr>
        <p:spPr>
          <a:xfrm>
            <a:off x="11361107" y="0"/>
            <a:ext cx="830893"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Graphic 6">
            <a:extLst>
              <a:ext uri="{FF2B5EF4-FFF2-40B4-BE49-F238E27FC236}">
                <a16:creationId xmlns:a16="http://schemas.microsoft.com/office/drawing/2014/main" id="{48A401CC-A08D-EB3D-BC00-7AC14F407F4F}"/>
              </a:ext>
            </a:extLst>
          </p:cNvPr>
          <p:cNvPicPr>
            <a:picLocks noChangeAspect="1"/>
          </p:cNvPicPr>
          <p:nvPr/>
        </p:nvPicPr>
        <p:blipFill>
          <a:blip r:embed="rId3"/>
          <a:srcRect/>
          <a:stretch/>
        </p:blipFill>
        <p:spPr>
          <a:xfrm>
            <a:off x="11402905" y="6436022"/>
            <a:ext cx="627738" cy="318053"/>
          </a:xfrm>
          <a:prstGeom prst="rect">
            <a:avLst/>
          </a:prstGeom>
        </p:spPr>
      </p:pic>
      <p:sp>
        <p:nvSpPr>
          <p:cNvPr id="17" name="object 7">
            <a:extLst>
              <a:ext uri="{FF2B5EF4-FFF2-40B4-BE49-F238E27FC236}">
                <a16:creationId xmlns:a16="http://schemas.microsoft.com/office/drawing/2014/main" id="{D77C5770-E804-70E5-E57B-CD7C08BD6162}"/>
              </a:ext>
            </a:extLst>
          </p:cNvPr>
          <p:cNvSpPr txBox="1"/>
          <p:nvPr/>
        </p:nvSpPr>
        <p:spPr>
          <a:xfrm>
            <a:off x="6639723"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Volumes </a:t>
            </a:r>
            <a:r>
              <a:rPr lang="pt-BR" sz="1100" b="1" dirty="0" err="1">
                <a:latin typeface="Arial" panose="020B0604020202020204" pitchFamily="34" charset="0"/>
                <a:cs typeface="Arial" panose="020B0604020202020204" pitchFamily="34" charset="0"/>
              </a:rPr>
              <a:t>and</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Prices</a:t>
            </a:r>
            <a:endParaRPr lang="pt-BR" sz="1100" b="1" dirty="0">
              <a:latin typeface="Arial" panose="020B0604020202020204" pitchFamily="34" charset="0"/>
              <a:cs typeface="Arial" panose="020B0604020202020204" pitchFamily="34" charset="0"/>
            </a:endParaRPr>
          </a:p>
        </p:txBody>
      </p:sp>
      <p:sp>
        <p:nvSpPr>
          <p:cNvPr id="18" name="object 12">
            <a:extLst>
              <a:ext uri="{FF2B5EF4-FFF2-40B4-BE49-F238E27FC236}">
                <a16:creationId xmlns:a16="http://schemas.microsoft.com/office/drawing/2014/main" id="{D3F6283C-7386-E0A2-FB08-0D7D401D63B0}"/>
              </a:ext>
            </a:extLst>
          </p:cNvPr>
          <p:cNvSpPr/>
          <p:nvPr/>
        </p:nvSpPr>
        <p:spPr>
          <a:xfrm>
            <a:off x="6654010"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20" name="object 7">
            <a:extLst>
              <a:ext uri="{FF2B5EF4-FFF2-40B4-BE49-F238E27FC236}">
                <a16:creationId xmlns:a16="http://schemas.microsoft.com/office/drawing/2014/main" id="{F02E5458-2E25-A547-4217-C28437B06C4C}"/>
              </a:ext>
            </a:extLst>
          </p:cNvPr>
          <p:cNvSpPr txBox="1"/>
          <p:nvPr/>
        </p:nvSpPr>
        <p:spPr>
          <a:xfrm>
            <a:off x="6639723"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Price</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Variation</a:t>
            </a:r>
            <a:endParaRPr lang="pt-BR" sz="1100" b="1" dirty="0">
              <a:latin typeface="Arial" panose="020B0604020202020204" pitchFamily="34" charset="0"/>
              <a:cs typeface="Arial" panose="020B0604020202020204" pitchFamily="34" charset="0"/>
            </a:endParaRPr>
          </a:p>
        </p:txBody>
      </p:sp>
      <p:sp>
        <p:nvSpPr>
          <p:cNvPr id="21" name="object 12">
            <a:extLst>
              <a:ext uri="{FF2B5EF4-FFF2-40B4-BE49-F238E27FC236}">
                <a16:creationId xmlns:a16="http://schemas.microsoft.com/office/drawing/2014/main" id="{39676E87-14E9-2FBA-52E7-DA964F5B93EE}"/>
              </a:ext>
            </a:extLst>
          </p:cNvPr>
          <p:cNvSpPr/>
          <p:nvPr/>
        </p:nvSpPr>
        <p:spPr>
          <a:xfrm>
            <a:off x="6654010"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36" name="object 8">
            <a:extLst>
              <a:ext uri="{FF2B5EF4-FFF2-40B4-BE49-F238E27FC236}">
                <a16:creationId xmlns:a16="http://schemas.microsoft.com/office/drawing/2014/main" id="{FF6F550D-7221-D279-CD56-CE0D63341484}"/>
              </a:ext>
            </a:extLst>
          </p:cNvPr>
          <p:cNvSpPr txBox="1"/>
          <p:nvPr/>
        </p:nvSpPr>
        <p:spPr>
          <a:xfrm>
            <a:off x="371475" y="6609837"/>
            <a:ext cx="3696652" cy="120546"/>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F6162"/>
                </a:solidFill>
                <a:latin typeface="Arial" panose="020B0604020202020204" pitchFamily="34" charset="0"/>
                <a:cs typeface="Arial" panose="020B0604020202020204" pitchFamily="34" charset="0"/>
              </a:rPr>
              <a:t>Source: </a:t>
            </a:r>
            <a:r>
              <a:rPr sz="700" dirty="0" err="1">
                <a:solidFill>
                  <a:srgbClr val="5F6162"/>
                </a:solidFill>
                <a:latin typeface="Arial" panose="020B0604020202020204" pitchFamily="34" charset="0"/>
                <a:cs typeface="Arial" panose="020B0604020202020204" pitchFamily="34" charset="0"/>
              </a:rPr>
              <a:t>Ita</a:t>
            </a:r>
            <a:r>
              <a:rPr lang="pt-BR" sz="700" dirty="0">
                <a:solidFill>
                  <a:srgbClr val="5F6162"/>
                </a:solidFill>
                <a:latin typeface="Arial" panose="020B0604020202020204" pitchFamily="34" charset="0"/>
                <a:cs typeface="Arial" panose="020B0604020202020204" pitchFamily="34" charset="0"/>
              </a:rPr>
              <a:t>ú</a:t>
            </a:r>
            <a:r>
              <a:rPr sz="700" dirty="0">
                <a:solidFill>
                  <a:srgbClr val="5F6162"/>
                </a:solidFill>
                <a:latin typeface="Arial" panose="020B0604020202020204" pitchFamily="34" charset="0"/>
                <a:cs typeface="Arial" panose="020B0604020202020204" pitchFamily="34" charset="0"/>
              </a:rPr>
              <a:t> BBA</a:t>
            </a:r>
            <a:r>
              <a:rPr lang="pt-BR" sz="700" dirty="0">
                <a:solidFill>
                  <a:srgbClr val="5F6162"/>
                </a:solidFill>
                <a:latin typeface="Arial" panose="020B0604020202020204" pitchFamily="34" charset="0"/>
                <a:cs typeface="Arial" panose="020B0604020202020204" pitchFamily="34" charset="0"/>
              </a:rPr>
              <a:t>, Bloomberg </a:t>
            </a:r>
            <a:r>
              <a:rPr lang="pt-BR" sz="700" dirty="0" err="1">
                <a:solidFill>
                  <a:srgbClr val="5F6162"/>
                </a:solidFill>
                <a:latin typeface="Arial" panose="020B0604020202020204" pitchFamily="34" charset="0"/>
                <a:cs typeface="Arial" panose="020B0604020202020204" pitchFamily="34" charset="0"/>
              </a:rPr>
              <a:t>and</a:t>
            </a:r>
            <a:r>
              <a:rPr lang="pt-BR" sz="700" dirty="0">
                <a:solidFill>
                  <a:srgbClr val="5F6162"/>
                </a:solidFill>
                <a:latin typeface="Arial" panose="020B0604020202020204" pitchFamily="34" charset="0"/>
                <a:cs typeface="Arial" panose="020B0604020202020204" pitchFamily="34" charset="0"/>
              </a:rPr>
              <a:t> SECEX</a:t>
            </a:r>
            <a:endParaRPr sz="700" dirty="0">
              <a:latin typeface="Arial" panose="020B0604020202020204" pitchFamily="34" charset="0"/>
              <a:cs typeface="Arial" panose="020B0604020202020204" pitchFamily="34" charset="0"/>
            </a:endParaRPr>
          </a:p>
        </p:txBody>
      </p:sp>
      <p:sp>
        <p:nvSpPr>
          <p:cNvPr id="8" name="object 7">
            <a:extLst>
              <a:ext uri="{FF2B5EF4-FFF2-40B4-BE49-F238E27FC236}">
                <a16:creationId xmlns:a16="http://schemas.microsoft.com/office/drawing/2014/main" id="{F349F530-2EAF-386E-4BD9-81FC6E12BA15}"/>
              </a:ext>
            </a:extLst>
          </p:cNvPr>
          <p:cNvSpPr txBox="1"/>
          <p:nvPr/>
        </p:nvSpPr>
        <p:spPr>
          <a:xfrm>
            <a:off x="363090"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Brazilian</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Pork</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Spreads</a:t>
            </a:r>
          </a:p>
        </p:txBody>
      </p:sp>
      <p:sp>
        <p:nvSpPr>
          <p:cNvPr id="10" name="object 12">
            <a:extLst>
              <a:ext uri="{FF2B5EF4-FFF2-40B4-BE49-F238E27FC236}">
                <a16:creationId xmlns:a16="http://schemas.microsoft.com/office/drawing/2014/main" id="{4D1ED33A-29A4-5959-38FF-18A5BCED7C14}"/>
              </a:ext>
            </a:extLst>
          </p:cNvPr>
          <p:cNvSpPr/>
          <p:nvPr/>
        </p:nvSpPr>
        <p:spPr>
          <a:xfrm>
            <a:off x="377377"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11" name="object 5">
            <a:extLst>
              <a:ext uri="{FF2B5EF4-FFF2-40B4-BE49-F238E27FC236}">
                <a16:creationId xmlns:a16="http://schemas.microsoft.com/office/drawing/2014/main" id="{BF2DD42E-0A08-70BA-2AB6-54CE28AA3F59}"/>
              </a:ext>
            </a:extLst>
          </p:cNvPr>
          <p:cNvSpPr txBox="1"/>
          <p:nvPr/>
        </p:nvSpPr>
        <p:spPr>
          <a:xfrm>
            <a:off x="1102605" y="358413"/>
            <a:ext cx="10817964" cy="305212"/>
          </a:xfrm>
          <a:prstGeom prst="rect">
            <a:avLst/>
          </a:prstGeom>
        </p:spPr>
        <p:txBody>
          <a:bodyPr vert="horz" wrap="square" lIns="0" tIns="12700" rIns="0" bIns="0" rtlCol="0">
            <a:spAutoFit/>
          </a:bodyPr>
          <a:lstStyle/>
          <a:p>
            <a:pPr marL="12700">
              <a:lnSpc>
                <a:spcPct val="100000"/>
              </a:lnSpc>
              <a:spcBef>
                <a:spcPts val="100"/>
              </a:spcBef>
            </a:pPr>
            <a:r>
              <a:rPr lang="pt-BR" sz="1900" b="1" dirty="0">
                <a:solidFill>
                  <a:srgbClr val="FF5500"/>
                </a:solidFill>
                <a:latin typeface="Arial" panose="020B0604020202020204" pitchFamily="34" charset="0"/>
                <a:cs typeface="Arial" panose="020B0604020202020204" pitchFamily="34" charset="0"/>
              </a:rPr>
              <a:t>Weekly </a:t>
            </a:r>
            <a:r>
              <a:rPr lang="pt-BR" sz="1900" b="1" dirty="0" err="1">
                <a:solidFill>
                  <a:srgbClr val="FF5500"/>
                </a:solidFill>
                <a:latin typeface="Arial" panose="020B0604020202020204" pitchFamily="34" charset="0"/>
                <a:cs typeface="Arial" panose="020B0604020202020204" pitchFamily="34" charset="0"/>
              </a:rPr>
              <a:t>Pork</a:t>
            </a:r>
            <a:r>
              <a:rPr lang="pt-BR" sz="1900" b="1" dirty="0">
                <a:solidFill>
                  <a:srgbClr val="FF5500"/>
                </a:solidFill>
                <a:latin typeface="Arial" panose="020B0604020202020204" pitchFamily="34" charset="0"/>
                <a:cs typeface="Arial" panose="020B0604020202020204" pitchFamily="34" charset="0"/>
              </a:rPr>
              <a:t> </a:t>
            </a:r>
            <a:r>
              <a:rPr lang="pt-BR" sz="1900" b="1" dirty="0" err="1">
                <a:solidFill>
                  <a:srgbClr val="FF5500"/>
                </a:solidFill>
                <a:latin typeface="Arial" panose="020B0604020202020204" pitchFamily="34" charset="0"/>
                <a:cs typeface="Arial" panose="020B0604020202020204" pitchFamily="34" charset="0"/>
              </a:rPr>
              <a:t>Exports</a:t>
            </a:r>
            <a:endParaRPr sz="1900" dirty="0">
              <a:solidFill>
                <a:srgbClr val="FF5500"/>
              </a:solidFill>
              <a:latin typeface="Arial" panose="020B0604020202020204" pitchFamily="34" charset="0"/>
              <a:cs typeface="Arial" panose="020B0604020202020204" pitchFamily="34" charset="0"/>
            </a:endParaRPr>
          </a:p>
        </p:txBody>
      </p:sp>
      <p:pic>
        <p:nvPicPr>
          <p:cNvPr id="12" name="Imagem 23">
            <a:extLst>
              <a:ext uri="{FF2B5EF4-FFF2-40B4-BE49-F238E27FC236}">
                <a16:creationId xmlns:a16="http://schemas.microsoft.com/office/drawing/2014/main" id="{E74C6FEE-4DC9-8501-5479-FC96610F62E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2117" y="545732"/>
            <a:ext cx="267556" cy="282971"/>
          </a:xfrm>
          <a:prstGeom prst="rect">
            <a:avLst/>
          </a:prstGeom>
        </p:spPr>
      </p:pic>
      <p:sp>
        <p:nvSpPr>
          <p:cNvPr id="19" name="object 7">
            <a:extLst>
              <a:ext uri="{FF2B5EF4-FFF2-40B4-BE49-F238E27FC236}">
                <a16:creationId xmlns:a16="http://schemas.microsoft.com/office/drawing/2014/main" id="{BB0A3E79-CFF9-0727-BEF1-3D3362075D6C}"/>
              </a:ext>
            </a:extLst>
          </p:cNvPr>
          <p:cNvSpPr txBox="1"/>
          <p:nvPr/>
        </p:nvSpPr>
        <p:spPr>
          <a:xfrm>
            <a:off x="382755"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Historical</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Brazilian</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Pork</a:t>
            </a:r>
            <a:r>
              <a:rPr lang="pt-BR" sz="1100" b="1" dirty="0">
                <a:latin typeface="Arial" panose="020B0604020202020204" pitchFamily="34" charset="0"/>
                <a:cs typeface="Arial" panose="020B0604020202020204" pitchFamily="34" charset="0"/>
              </a:rPr>
              <a:t> </a:t>
            </a:r>
            <a:r>
              <a:rPr lang="pt-BR" sz="1100" b="1" dirty="0" err="1">
                <a:latin typeface="Arial" panose="020B0604020202020204" pitchFamily="34" charset="0"/>
                <a:cs typeface="Arial" panose="020B0604020202020204" pitchFamily="34" charset="0"/>
              </a:rPr>
              <a:t>Export</a:t>
            </a:r>
            <a:r>
              <a:rPr lang="pt-BR" sz="1100" b="1" dirty="0">
                <a:latin typeface="Arial" panose="020B0604020202020204" pitchFamily="34" charset="0"/>
                <a:cs typeface="Arial" panose="020B0604020202020204" pitchFamily="34" charset="0"/>
              </a:rPr>
              <a:t> Spreads</a:t>
            </a:r>
          </a:p>
        </p:txBody>
      </p:sp>
      <p:sp>
        <p:nvSpPr>
          <p:cNvPr id="22" name="object 12">
            <a:extLst>
              <a:ext uri="{FF2B5EF4-FFF2-40B4-BE49-F238E27FC236}">
                <a16:creationId xmlns:a16="http://schemas.microsoft.com/office/drawing/2014/main" id="{66BB7632-842E-839F-A94D-F02D1E7A8296}"/>
              </a:ext>
            </a:extLst>
          </p:cNvPr>
          <p:cNvSpPr/>
          <p:nvPr/>
        </p:nvSpPr>
        <p:spPr>
          <a:xfrm>
            <a:off x="397042"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pic>
        <p:nvPicPr>
          <p:cNvPr id="37" name="Picture 36" descr="s5_spread.png"/>
          <p:cNvPicPr>
            <a:picLocks noChangeAspect="1"/>
          </p:cNvPicPr>
          <p:nvPr/>
        </p:nvPicPr>
        <p:blipFill>
          <a:blip r:embed="rId13"/>
          <a:stretch>
            <a:fillRect/>
          </a:stretch>
        </p:blipFill>
        <p:spPr>
          <a:xfrm>
            <a:off x="384048" y="1344168"/>
            <a:ext cx="5212080" cy="1865376"/>
          </a:xfrm>
          <a:prstGeom prst="rect">
            <a:avLst/>
          </a:prstGeom>
        </p:spPr>
      </p:pic>
      <p:pic>
        <p:nvPicPr>
          <p:cNvPr id="38" name="Picture 37" descr="s5_vol.png"/>
          <p:cNvPicPr>
            <a:picLocks noChangeAspect="1"/>
          </p:cNvPicPr>
          <p:nvPr/>
        </p:nvPicPr>
        <p:blipFill>
          <a:blip r:embed="rId14"/>
          <a:stretch>
            <a:fillRect/>
          </a:stretch>
        </p:blipFill>
        <p:spPr>
          <a:xfrm>
            <a:off x="6611112" y="1344168"/>
            <a:ext cx="5248656" cy="1783080"/>
          </a:xfrm>
          <a:prstGeom prst="rect">
            <a:avLst/>
          </a:prstGeom>
        </p:spPr>
      </p:pic>
      <p:pic>
        <p:nvPicPr>
          <p:cNvPr id="39" name="Picture 38" descr="s5_hist.png"/>
          <p:cNvPicPr>
            <a:picLocks noChangeAspect="1"/>
          </p:cNvPicPr>
          <p:nvPr/>
        </p:nvPicPr>
        <p:blipFill>
          <a:blip r:embed="rId15"/>
          <a:stretch>
            <a:fillRect/>
          </a:stretch>
        </p:blipFill>
        <p:spPr>
          <a:xfrm>
            <a:off x="420624" y="4178808"/>
            <a:ext cx="5285232" cy="1792224"/>
          </a:xfrm>
          <a:prstGeom prst="rect">
            <a:avLst/>
          </a:prstGeom>
        </p:spPr>
      </p:pic>
      <p:pic>
        <p:nvPicPr>
          <p:cNvPr id="40" name="Picture 39" descr="s5_price.png"/>
          <p:cNvPicPr>
            <a:picLocks noChangeAspect="1"/>
          </p:cNvPicPr>
          <p:nvPr/>
        </p:nvPicPr>
        <p:blipFill>
          <a:blip r:embed="rId16"/>
          <a:stretch>
            <a:fillRect/>
          </a:stretch>
        </p:blipFill>
        <p:spPr>
          <a:xfrm>
            <a:off x="6583680" y="4178808"/>
            <a:ext cx="5248656" cy="1792224"/>
          </a:xfrm>
          <a:prstGeom prst="rect">
            <a:avLst/>
          </a:prstGeom>
        </p:spPr>
      </p:pic>
    </p:spTree>
    <p:extLst>
      <p:ext uri="{BB962C8B-B14F-4D97-AF65-F5344CB8AC3E}">
        <p14:creationId xmlns:p14="http://schemas.microsoft.com/office/powerpoint/2010/main" val="3001326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FCFCF"/>
        </a:solidFill>
        <a:effectLst/>
      </p:bgPr>
    </p:bg>
    <p:spTree>
      <p:nvGrpSpPr>
        <p:cNvPr id="1" name=""/>
        <p:cNvGrpSpPr/>
        <p:nvPr/>
      </p:nvGrpSpPr>
      <p:grpSpPr>
        <a:xfrm>
          <a:off x="0" y="0"/>
          <a:ext cx="0" cy="0"/>
          <a:chOff x="0" y="0"/>
          <a:chExt cx="0" cy="0"/>
        </a:xfrm>
      </p:grpSpPr>
      <p:sp>
        <p:nvSpPr>
          <p:cNvPr id="42" name="object 12">
            <a:extLst>
              <a:ext uri="{FF2B5EF4-FFF2-40B4-BE49-F238E27FC236}">
                <a16:creationId xmlns:a16="http://schemas.microsoft.com/office/drawing/2014/main" id="{0029A60B-1555-F429-6E18-EC0D77D6A55A}"/>
              </a:ext>
            </a:extLst>
          </p:cNvPr>
          <p:cNvSpPr/>
          <p:nvPr/>
        </p:nvSpPr>
        <p:spPr>
          <a:xfrm>
            <a:off x="4344467" y="1124194"/>
            <a:ext cx="365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pic>
        <p:nvPicPr>
          <p:cNvPr id="26" name="Imagem 31">
            <a:extLst>
              <a:ext uri="{FF2B5EF4-FFF2-40B4-BE49-F238E27FC236}">
                <a16:creationId xmlns:a16="http://schemas.microsoft.com/office/drawing/2014/main" id="{016EFBE8-FF57-FEDF-9AD8-0DE91BC92D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3172" y="128978"/>
            <a:ext cx="620196" cy="655928"/>
          </a:xfrm>
          <a:prstGeom prst="rect">
            <a:avLst/>
          </a:prstGeom>
        </p:spPr>
      </p:pic>
      <p:sp>
        <p:nvSpPr>
          <p:cNvPr id="6" name="Retângulo 5">
            <a:extLst>
              <a:ext uri="{FF2B5EF4-FFF2-40B4-BE49-F238E27FC236}">
                <a16:creationId xmlns:a16="http://schemas.microsoft.com/office/drawing/2014/main" id="{E5BCD76A-A8F4-AED3-4D87-B0CB5B2E08B4}"/>
              </a:ext>
            </a:extLst>
          </p:cNvPr>
          <p:cNvSpPr/>
          <p:nvPr/>
        </p:nvSpPr>
        <p:spPr>
          <a:xfrm>
            <a:off x="11361107" y="0"/>
            <a:ext cx="830893"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FAC60885-B644-6E61-E09D-CEF3FE06A5D9}"/>
              </a:ext>
            </a:extLst>
          </p:cNvPr>
          <p:cNvSpPr/>
          <p:nvPr/>
        </p:nvSpPr>
        <p:spPr>
          <a:xfrm>
            <a:off x="0" y="6670110"/>
            <a:ext cx="872359"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Graphic 6">
            <a:extLst>
              <a:ext uri="{FF2B5EF4-FFF2-40B4-BE49-F238E27FC236}">
                <a16:creationId xmlns:a16="http://schemas.microsoft.com/office/drawing/2014/main" id="{48A401CC-A08D-EB3D-BC00-7AC14F407F4F}"/>
              </a:ext>
            </a:extLst>
          </p:cNvPr>
          <p:cNvPicPr>
            <a:picLocks noChangeAspect="1"/>
          </p:cNvPicPr>
          <p:nvPr/>
        </p:nvPicPr>
        <p:blipFill>
          <a:blip r:embed="rId3"/>
          <a:srcRect/>
          <a:stretch/>
        </p:blipFill>
        <p:spPr>
          <a:xfrm>
            <a:off x="11402905" y="6436022"/>
            <a:ext cx="627738" cy="318053"/>
          </a:xfrm>
          <a:prstGeom prst="rect">
            <a:avLst/>
          </a:prstGeom>
        </p:spPr>
      </p:pic>
      <p:sp>
        <p:nvSpPr>
          <p:cNvPr id="11" name="object 7">
            <a:extLst>
              <a:ext uri="{FF2B5EF4-FFF2-40B4-BE49-F238E27FC236}">
                <a16:creationId xmlns:a16="http://schemas.microsoft.com/office/drawing/2014/main" id="{4FC649E4-3E66-5A9B-07B2-2B8525E73DC1}"/>
              </a:ext>
            </a:extLst>
          </p:cNvPr>
          <p:cNvSpPr txBox="1"/>
          <p:nvPr/>
        </p:nvSpPr>
        <p:spPr>
          <a:xfrm>
            <a:off x="817392"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a:latin typeface="Arial" panose="020B0604020202020204" pitchFamily="34" charset="0"/>
                <a:cs typeface="Arial" panose="020B0604020202020204" pitchFamily="34" charset="0"/>
              </a:rPr>
              <a:t>U.S. </a:t>
            </a:r>
            <a:r>
              <a:rPr lang="pt-BR" sz="1100" b="1" dirty="0" err="1">
                <a:latin typeface="Arial" panose="020B0604020202020204" pitchFamily="34" charset="0"/>
                <a:cs typeface="Arial" panose="020B0604020202020204" pitchFamily="34" charset="0"/>
              </a:rPr>
              <a:t>Beef</a:t>
            </a:r>
            <a:r>
              <a:rPr lang="pt-BR" sz="1100" b="1" dirty="0">
                <a:latin typeface="Arial" panose="020B0604020202020204" pitchFamily="34" charset="0"/>
                <a:cs typeface="Arial" panose="020B0604020202020204" pitchFamily="34" charset="0"/>
              </a:rPr>
              <a:t> Spreads</a:t>
            </a:r>
          </a:p>
        </p:txBody>
      </p:sp>
      <p:sp>
        <p:nvSpPr>
          <p:cNvPr id="12" name="object 12">
            <a:extLst>
              <a:ext uri="{FF2B5EF4-FFF2-40B4-BE49-F238E27FC236}">
                <a16:creationId xmlns:a16="http://schemas.microsoft.com/office/drawing/2014/main" id="{EFE4CF15-9D02-CF6A-F92F-87A63A431B6F}"/>
              </a:ext>
            </a:extLst>
          </p:cNvPr>
          <p:cNvSpPr/>
          <p:nvPr/>
        </p:nvSpPr>
        <p:spPr>
          <a:xfrm>
            <a:off x="377377" y="1124194"/>
            <a:ext cx="365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grpSp>
        <p:nvGrpSpPr>
          <p:cNvPr id="30" name="Agrupar 2">
            <a:extLst>
              <a:ext uri="{FF2B5EF4-FFF2-40B4-BE49-F238E27FC236}">
                <a16:creationId xmlns:a16="http://schemas.microsoft.com/office/drawing/2014/main" id="{B5F62CC8-0559-8B80-B13A-311E9C4D86E0}"/>
              </a:ext>
            </a:extLst>
          </p:cNvPr>
          <p:cNvGrpSpPr/>
          <p:nvPr/>
        </p:nvGrpSpPr>
        <p:grpSpPr>
          <a:xfrm>
            <a:off x="377377" y="863085"/>
            <a:ext cx="316800" cy="316800"/>
            <a:chOff x="281999" y="250888"/>
            <a:chExt cx="874019" cy="875319"/>
          </a:xfrm>
          <a:solidFill>
            <a:schemeClr val="tx1"/>
          </a:solidFill>
        </p:grpSpPr>
        <p:sp>
          <p:nvSpPr>
            <p:cNvPr id="31" name="Retângulo de cantos arredondados 49">
              <a:extLst>
                <a:ext uri="{FF2B5EF4-FFF2-40B4-BE49-F238E27FC236}">
                  <a16:creationId xmlns:a16="http://schemas.microsoft.com/office/drawing/2014/main" id="{0F052CC4-92D2-7E2F-9863-748B4ABDB0EB}"/>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pic>
          <p:nvPicPr>
            <p:cNvPr id="32" name="Imagem 5">
              <a:extLst>
                <a:ext uri="{FF2B5EF4-FFF2-40B4-BE49-F238E27FC236}">
                  <a16:creationId xmlns:a16="http://schemas.microsoft.com/office/drawing/2014/main" id="{E3D8B405-C865-2B96-1CFC-88C85DA0FD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338421" y="347363"/>
              <a:ext cx="741662" cy="741662"/>
            </a:xfrm>
            <a:prstGeom prst="rect">
              <a:avLst/>
            </a:prstGeom>
            <a:grpFill/>
          </p:spPr>
        </p:pic>
      </p:grpSp>
      <p:sp>
        <p:nvSpPr>
          <p:cNvPr id="41" name="object 8">
            <a:extLst>
              <a:ext uri="{FF2B5EF4-FFF2-40B4-BE49-F238E27FC236}">
                <a16:creationId xmlns:a16="http://schemas.microsoft.com/office/drawing/2014/main" id="{A5BA8387-6053-422B-7148-5ED9D6A85068}"/>
              </a:ext>
            </a:extLst>
          </p:cNvPr>
          <p:cNvSpPr txBox="1"/>
          <p:nvPr/>
        </p:nvSpPr>
        <p:spPr>
          <a:xfrm>
            <a:off x="377376" y="6549564"/>
            <a:ext cx="5231761" cy="120546"/>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F6162"/>
                </a:solidFill>
                <a:latin typeface="Arial" panose="020B0604020202020204" pitchFamily="34" charset="0"/>
                <a:cs typeface="Arial" panose="020B0604020202020204" pitchFamily="34" charset="0"/>
              </a:rPr>
              <a:t>Source: </a:t>
            </a:r>
            <a:r>
              <a:rPr sz="700" dirty="0" err="1">
                <a:solidFill>
                  <a:srgbClr val="5F6162"/>
                </a:solidFill>
                <a:latin typeface="Arial" panose="020B0604020202020204" pitchFamily="34" charset="0"/>
                <a:cs typeface="Arial" panose="020B0604020202020204" pitchFamily="34" charset="0"/>
              </a:rPr>
              <a:t>Ita</a:t>
            </a:r>
            <a:r>
              <a:rPr lang="pt-BR" sz="700" dirty="0">
                <a:solidFill>
                  <a:srgbClr val="5F6162"/>
                </a:solidFill>
                <a:latin typeface="Arial" panose="020B0604020202020204" pitchFamily="34" charset="0"/>
                <a:cs typeface="Arial" panose="020B0604020202020204" pitchFamily="34" charset="0"/>
              </a:rPr>
              <a:t>ú</a:t>
            </a:r>
            <a:r>
              <a:rPr sz="700" dirty="0">
                <a:solidFill>
                  <a:srgbClr val="5F6162"/>
                </a:solidFill>
                <a:latin typeface="Arial" panose="020B0604020202020204" pitchFamily="34" charset="0"/>
                <a:cs typeface="Arial" panose="020B0604020202020204" pitchFamily="34" charset="0"/>
              </a:rPr>
              <a:t> BBA</a:t>
            </a:r>
            <a:r>
              <a:rPr lang="pt-BR" sz="700" dirty="0">
                <a:solidFill>
                  <a:srgbClr val="5F6162"/>
                </a:solidFill>
                <a:latin typeface="Arial" panose="020B0604020202020204" pitchFamily="34" charset="0"/>
                <a:cs typeface="Arial" panose="020B0604020202020204" pitchFamily="34" charset="0"/>
              </a:rPr>
              <a:t> </a:t>
            </a:r>
            <a:r>
              <a:rPr lang="pt-BR" sz="700" dirty="0" err="1">
                <a:solidFill>
                  <a:srgbClr val="5F6162"/>
                </a:solidFill>
                <a:latin typeface="Arial" panose="020B0604020202020204" pitchFamily="34" charset="0"/>
                <a:cs typeface="Arial" panose="020B0604020202020204" pitchFamily="34" charset="0"/>
              </a:rPr>
              <a:t>and</a:t>
            </a:r>
            <a:r>
              <a:rPr lang="pt-BR" sz="700" dirty="0">
                <a:solidFill>
                  <a:srgbClr val="5F6162"/>
                </a:solidFill>
                <a:latin typeface="Arial" panose="020B0604020202020204" pitchFamily="34" charset="0"/>
                <a:cs typeface="Arial" panose="020B0604020202020204" pitchFamily="34" charset="0"/>
              </a:rPr>
              <a:t> Bloomberg</a:t>
            </a:r>
          </a:p>
        </p:txBody>
      </p:sp>
      <p:sp>
        <p:nvSpPr>
          <p:cNvPr id="8" name="object 5">
            <a:extLst>
              <a:ext uri="{FF2B5EF4-FFF2-40B4-BE49-F238E27FC236}">
                <a16:creationId xmlns:a16="http://schemas.microsoft.com/office/drawing/2014/main" id="{D30C97A9-8375-4FED-F752-16255EAD5601}"/>
              </a:ext>
            </a:extLst>
          </p:cNvPr>
          <p:cNvSpPr txBox="1"/>
          <p:nvPr/>
        </p:nvSpPr>
        <p:spPr>
          <a:xfrm>
            <a:off x="1102605" y="358413"/>
            <a:ext cx="10817964" cy="305212"/>
          </a:xfrm>
          <a:prstGeom prst="rect">
            <a:avLst/>
          </a:prstGeom>
        </p:spPr>
        <p:txBody>
          <a:bodyPr vert="horz" wrap="square" lIns="0" tIns="12700" rIns="0" bIns="0" rtlCol="0">
            <a:spAutoFit/>
          </a:bodyPr>
          <a:lstStyle/>
          <a:p>
            <a:pPr marL="12700">
              <a:lnSpc>
                <a:spcPct val="100000"/>
              </a:lnSpc>
              <a:spcBef>
                <a:spcPts val="100"/>
              </a:spcBef>
            </a:pPr>
            <a:r>
              <a:rPr lang="en-US" sz="1900" b="1" dirty="0">
                <a:solidFill>
                  <a:srgbClr val="FF5500"/>
                </a:solidFill>
                <a:latin typeface="Arial" panose="020B0604020202020204" pitchFamily="34" charset="0"/>
                <a:cs typeface="Arial" panose="020B0604020202020204" pitchFamily="34" charset="0"/>
              </a:rPr>
              <a:t>U.S. Domestic Protein Spreads</a:t>
            </a:r>
            <a:endParaRPr lang="en-US" sz="1900" dirty="0">
              <a:solidFill>
                <a:srgbClr val="FF5500"/>
              </a:solidFill>
              <a:latin typeface="Arial" panose="020B0604020202020204" pitchFamily="34" charset="0"/>
              <a:cs typeface="Arial" panose="020B0604020202020204" pitchFamily="34" charset="0"/>
            </a:endParaRPr>
          </a:p>
        </p:txBody>
      </p:sp>
      <p:sp>
        <p:nvSpPr>
          <p:cNvPr id="35" name="object 7">
            <a:extLst>
              <a:ext uri="{FF2B5EF4-FFF2-40B4-BE49-F238E27FC236}">
                <a16:creationId xmlns:a16="http://schemas.microsoft.com/office/drawing/2014/main" id="{E1417C6A-9F36-9E5A-1CB7-6ECF7C677970}"/>
              </a:ext>
            </a:extLst>
          </p:cNvPr>
          <p:cNvSpPr txBox="1"/>
          <p:nvPr/>
        </p:nvSpPr>
        <p:spPr>
          <a:xfrm>
            <a:off x="8793774"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a:latin typeface="Arial" panose="020B0604020202020204" pitchFamily="34" charset="0"/>
                <a:cs typeface="Arial" panose="020B0604020202020204" pitchFamily="34" charset="0"/>
              </a:rPr>
              <a:t>U.S. </a:t>
            </a:r>
            <a:r>
              <a:rPr lang="pt-BR" sz="1100" b="1" dirty="0" err="1">
                <a:latin typeface="Arial" panose="020B0604020202020204" pitchFamily="34" charset="0"/>
                <a:cs typeface="Arial" panose="020B0604020202020204" pitchFamily="34" charset="0"/>
              </a:rPr>
              <a:t>Pork</a:t>
            </a:r>
            <a:r>
              <a:rPr lang="pt-BR" sz="1100" b="1" dirty="0">
                <a:latin typeface="Arial" panose="020B0604020202020204" pitchFamily="34" charset="0"/>
                <a:cs typeface="Arial" panose="020B0604020202020204" pitchFamily="34" charset="0"/>
              </a:rPr>
              <a:t> Spreads (Non-</a:t>
            </a:r>
            <a:r>
              <a:rPr lang="pt-BR" sz="1100" b="1" dirty="0" err="1">
                <a:latin typeface="Arial" panose="020B0604020202020204" pitchFamily="34" charset="0"/>
                <a:cs typeface="Arial" panose="020B0604020202020204" pitchFamily="34" charset="0"/>
              </a:rPr>
              <a:t>Integrated</a:t>
            </a:r>
            <a:r>
              <a:rPr lang="pt-BR" sz="1100" b="1" dirty="0">
                <a:latin typeface="Arial" panose="020B0604020202020204" pitchFamily="34" charset="0"/>
                <a:cs typeface="Arial" panose="020B0604020202020204" pitchFamily="34" charset="0"/>
              </a:rPr>
              <a:t>)</a:t>
            </a:r>
          </a:p>
        </p:txBody>
      </p:sp>
      <p:sp>
        <p:nvSpPr>
          <p:cNvPr id="36" name="object 12">
            <a:extLst>
              <a:ext uri="{FF2B5EF4-FFF2-40B4-BE49-F238E27FC236}">
                <a16:creationId xmlns:a16="http://schemas.microsoft.com/office/drawing/2014/main" id="{39E242D1-2474-B90F-8063-344344CFF302}"/>
              </a:ext>
            </a:extLst>
          </p:cNvPr>
          <p:cNvSpPr/>
          <p:nvPr/>
        </p:nvSpPr>
        <p:spPr>
          <a:xfrm>
            <a:off x="8353759" y="1124194"/>
            <a:ext cx="365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40" name="object 7">
            <a:extLst>
              <a:ext uri="{FF2B5EF4-FFF2-40B4-BE49-F238E27FC236}">
                <a16:creationId xmlns:a16="http://schemas.microsoft.com/office/drawing/2014/main" id="{07A533CA-DD11-6283-BA68-FA219790EBEB}"/>
              </a:ext>
            </a:extLst>
          </p:cNvPr>
          <p:cNvSpPr txBox="1"/>
          <p:nvPr/>
        </p:nvSpPr>
        <p:spPr>
          <a:xfrm>
            <a:off x="4784482"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en-US" sz="1100" b="1" dirty="0">
                <a:latin typeface="Arial" panose="020B0604020202020204" pitchFamily="34" charset="0"/>
                <a:cs typeface="Arial" panose="020B0604020202020204" pitchFamily="34" charset="0"/>
              </a:rPr>
              <a:t>U.S. Poultry Spreads (2-Month Lag)</a:t>
            </a:r>
          </a:p>
        </p:txBody>
      </p:sp>
      <p:grpSp>
        <p:nvGrpSpPr>
          <p:cNvPr id="46" name="Agrupar 38">
            <a:extLst>
              <a:ext uri="{FF2B5EF4-FFF2-40B4-BE49-F238E27FC236}">
                <a16:creationId xmlns:a16="http://schemas.microsoft.com/office/drawing/2014/main" id="{0F8DB58B-5128-1788-6337-875F83460C5C}"/>
              </a:ext>
            </a:extLst>
          </p:cNvPr>
          <p:cNvGrpSpPr/>
          <p:nvPr/>
        </p:nvGrpSpPr>
        <p:grpSpPr>
          <a:xfrm>
            <a:off x="4326745" y="863085"/>
            <a:ext cx="316800" cy="316800"/>
            <a:chOff x="281999" y="250888"/>
            <a:chExt cx="874019" cy="875319"/>
          </a:xfrm>
          <a:solidFill>
            <a:schemeClr val="tx1"/>
          </a:solidFill>
        </p:grpSpPr>
        <p:sp>
          <p:nvSpPr>
            <p:cNvPr id="47" name="Retângulo de cantos arredondados 49">
              <a:extLst>
                <a:ext uri="{FF2B5EF4-FFF2-40B4-BE49-F238E27FC236}">
                  <a16:creationId xmlns:a16="http://schemas.microsoft.com/office/drawing/2014/main" id="{84E0C23F-B120-8701-9BDD-32F47A42F4B2}"/>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grpSp>
          <p:nvGrpSpPr>
            <p:cNvPr id="48" name="Agrupar 41">
              <a:extLst>
                <a:ext uri="{FF2B5EF4-FFF2-40B4-BE49-F238E27FC236}">
                  <a16:creationId xmlns:a16="http://schemas.microsoft.com/office/drawing/2014/main" id="{6AA752B5-8249-7A09-B83E-00D4FD221250}"/>
                </a:ext>
              </a:extLst>
            </p:cNvPr>
            <p:cNvGrpSpPr/>
            <p:nvPr/>
          </p:nvGrpSpPr>
          <p:grpSpPr>
            <a:xfrm>
              <a:off x="393700" y="331763"/>
              <a:ext cx="698232" cy="722366"/>
              <a:chOff x="393700" y="331763"/>
              <a:chExt cx="698232" cy="722366"/>
            </a:xfrm>
            <a:grpFill/>
          </p:grpSpPr>
          <p:pic>
            <p:nvPicPr>
              <p:cNvPr id="49" name="Imagem 42">
                <a:extLst>
                  <a:ext uri="{FF2B5EF4-FFF2-40B4-BE49-F238E27FC236}">
                    <a16:creationId xmlns:a16="http://schemas.microsoft.com/office/drawing/2014/main" id="{E8CBD213-F1EB-6F24-26A9-ABE2133499B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393700" y="331763"/>
                <a:ext cx="698232" cy="698232"/>
              </a:xfrm>
              <a:prstGeom prst="rect">
                <a:avLst/>
              </a:prstGeom>
              <a:grpFill/>
            </p:spPr>
          </p:pic>
          <p:pic>
            <p:nvPicPr>
              <p:cNvPr id="50" name="Imagem 43">
                <a:extLst>
                  <a:ext uri="{FF2B5EF4-FFF2-40B4-BE49-F238E27FC236}">
                    <a16:creationId xmlns:a16="http://schemas.microsoft.com/office/drawing/2014/main" id="{CAC7CC60-170B-261D-B264-DB00E8FF804D}"/>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74523"/>
              <a:stretch/>
            </p:blipFill>
            <p:spPr>
              <a:xfrm rot="20447467" flipH="1">
                <a:off x="581789" y="849839"/>
                <a:ext cx="401249" cy="204290"/>
              </a:xfrm>
              <a:prstGeom prst="rect">
                <a:avLst/>
              </a:prstGeom>
              <a:grpFill/>
            </p:spPr>
          </p:pic>
        </p:grpSp>
      </p:grpSp>
      <p:sp>
        <p:nvSpPr>
          <p:cNvPr id="51" name="object 12">
            <a:extLst>
              <a:ext uri="{FF2B5EF4-FFF2-40B4-BE49-F238E27FC236}">
                <a16:creationId xmlns:a16="http://schemas.microsoft.com/office/drawing/2014/main" id="{84E78A19-DE2F-6479-D993-B792B33ADA26}"/>
              </a:ext>
            </a:extLst>
          </p:cNvPr>
          <p:cNvSpPr/>
          <p:nvPr/>
        </p:nvSpPr>
        <p:spPr>
          <a:xfrm>
            <a:off x="4344467" y="3993744"/>
            <a:ext cx="365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52" name="object 7">
            <a:extLst>
              <a:ext uri="{FF2B5EF4-FFF2-40B4-BE49-F238E27FC236}">
                <a16:creationId xmlns:a16="http://schemas.microsoft.com/office/drawing/2014/main" id="{E3917C11-57A5-466F-E352-1CD763A8BEA7}"/>
              </a:ext>
            </a:extLst>
          </p:cNvPr>
          <p:cNvSpPr txBox="1"/>
          <p:nvPr/>
        </p:nvSpPr>
        <p:spPr>
          <a:xfrm>
            <a:off x="817392" y="376437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Historical</a:t>
            </a:r>
            <a:r>
              <a:rPr lang="pt-BR" sz="1100" b="1" dirty="0">
                <a:latin typeface="Arial" panose="020B0604020202020204" pitchFamily="34" charset="0"/>
                <a:cs typeface="Arial" panose="020B0604020202020204" pitchFamily="34" charset="0"/>
              </a:rPr>
              <a:t> U.S. </a:t>
            </a:r>
            <a:r>
              <a:rPr lang="pt-BR" sz="1100" b="1" dirty="0" err="1">
                <a:latin typeface="Arial" panose="020B0604020202020204" pitchFamily="34" charset="0"/>
                <a:cs typeface="Arial" panose="020B0604020202020204" pitchFamily="34" charset="0"/>
              </a:rPr>
              <a:t>Beef</a:t>
            </a:r>
            <a:r>
              <a:rPr lang="pt-BR" sz="1100" b="1" dirty="0">
                <a:latin typeface="Arial" panose="020B0604020202020204" pitchFamily="34" charset="0"/>
                <a:cs typeface="Arial" panose="020B0604020202020204" pitchFamily="34" charset="0"/>
              </a:rPr>
              <a:t> Spreads</a:t>
            </a:r>
          </a:p>
        </p:txBody>
      </p:sp>
      <p:sp>
        <p:nvSpPr>
          <p:cNvPr id="53" name="object 12">
            <a:extLst>
              <a:ext uri="{FF2B5EF4-FFF2-40B4-BE49-F238E27FC236}">
                <a16:creationId xmlns:a16="http://schemas.microsoft.com/office/drawing/2014/main" id="{1984D795-625D-0007-6CA4-255B3F3C4DC7}"/>
              </a:ext>
            </a:extLst>
          </p:cNvPr>
          <p:cNvSpPr/>
          <p:nvPr/>
        </p:nvSpPr>
        <p:spPr>
          <a:xfrm>
            <a:off x="377377" y="3993744"/>
            <a:ext cx="365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grpSp>
        <p:nvGrpSpPr>
          <p:cNvPr id="54" name="Agrupar 2">
            <a:extLst>
              <a:ext uri="{FF2B5EF4-FFF2-40B4-BE49-F238E27FC236}">
                <a16:creationId xmlns:a16="http://schemas.microsoft.com/office/drawing/2014/main" id="{C9E023D2-84CE-A06B-B4D1-2C2FAAB4AB7E}"/>
              </a:ext>
            </a:extLst>
          </p:cNvPr>
          <p:cNvGrpSpPr/>
          <p:nvPr/>
        </p:nvGrpSpPr>
        <p:grpSpPr>
          <a:xfrm>
            <a:off x="377377" y="3732635"/>
            <a:ext cx="316800" cy="316800"/>
            <a:chOff x="281999" y="250888"/>
            <a:chExt cx="874019" cy="875319"/>
          </a:xfrm>
          <a:solidFill>
            <a:schemeClr val="tx1"/>
          </a:solidFill>
        </p:grpSpPr>
        <p:sp>
          <p:nvSpPr>
            <p:cNvPr id="55" name="Retângulo de cantos arredondados 49">
              <a:extLst>
                <a:ext uri="{FF2B5EF4-FFF2-40B4-BE49-F238E27FC236}">
                  <a16:creationId xmlns:a16="http://schemas.microsoft.com/office/drawing/2014/main" id="{13DD7CCB-7DAE-2C93-563A-170C5CE8A77C}"/>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pic>
          <p:nvPicPr>
            <p:cNvPr id="56" name="Imagem 5">
              <a:extLst>
                <a:ext uri="{FF2B5EF4-FFF2-40B4-BE49-F238E27FC236}">
                  <a16:creationId xmlns:a16="http://schemas.microsoft.com/office/drawing/2014/main" id="{86017FE3-8536-27A0-08F2-CF889F7ACE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338421" y="347363"/>
              <a:ext cx="741662" cy="741662"/>
            </a:xfrm>
            <a:prstGeom prst="rect">
              <a:avLst/>
            </a:prstGeom>
            <a:grpFill/>
          </p:spPr>
        </p:pic>
      </p:grpSp>
      <p:sp>
        <p:nvSpPr>
          <p:cNvPr id="57" name="object 7">
            <a:extLst>
              <a:ext uri="{FF2B5EF4-FFF2-40B4-BE49-F238E27FC236}">
                <a16:creationId xmlns:a16="http://schemas.microsoft.com/office/drawing/2014/main" id="{D7023D4B-4D64-033F-BFD7-A866249494C6}"/>
              </a:ext>
            </a:extLst>
          </p:cNvPr>
          <p:cNvSpPr txBox="1"/>
          <p:nvPr/>
        </p:nvSpPr>
        <p:spPr>
          <a:xfrm>
            <a:off x="8793774" y="376437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Historical</a:t>
            </a:r>
            <a:r>
              <a:rPr lang="pt-BR" sz="1100" b="1" dirty="0">
                <a:latin typeface="Arial" panose="020B0604020202020204" pitchFamily="34" charset="0"/>
                <a:cs typeface="Arial" panose="020B0604020202020204" pitchFamily="34" charset="0"/>
              </a:rPr>
              <a:t> U.S. </a:t>
            </a:r>
            <a:r>
              <a:rPr lang="pt-BR" sz="1100" b="1" dirty="0" err="1">
                <a:latin typeface="Arial" panose="020B0604020202020204" pitchFamily="34" charset="0"/>
                <a:cs typeface="Arial" panose="020B0604020202020204" pitchFamily="34" charset="0"/>
              </a:rPr>
              <a:t>Pork</a:t>
            </a:r>
            <a:r>
              <a:rPr lang="pt-BR" sz="1100" b="1" dirty="0">
                <a:latin typeface="Arial" panose="020B0604020202020204" pitchFamily="34" charset="0"/>
                <a:cs typeface="Arial" panose="020B0604020202020204" pitchFamily="34" charset="0"/>
              </a:rPr>
              <a:t> Spreads (Non-</a:t>
            </a:r>
            <a:r>
              <a:rPr lang="pt-BR" sz="1100" b="1" dirty="0" err="1">
                <a:latin typeface="Arial" panose="020B0604020202020204" pitchFamily="34" charset="0"/>
                <a:cs typeface="Arial" panose="020B0604020202020204" pitchFamily="34" charset="0"/>
              </a:rPr>
              <a:t>Integrated</a:t>
            </a:r>
            <a:r>
              <a:rPr lang="pt-BR" sz="1100" b="1" dirty="0">
                <a:latin typeface="Arial" panose="020B0604020202020204" pitchFamily="34" charset="0"/>
                <a:cs typeface="Arial" panose="020B0604020202020204" pitchFamily="34" charset="0"/>
              </a:rPr>
              <a:t>)</a:t>
            </a:r>
          </a:p>
        </p:txBody>
      </p:sp>
      <p:sp>
        <p:nvSpPr>
          <p:cNvPr id="58" name="object 12">
            <a:extLst>
              <a:ext uri="{FF2B5EF4-FFF2-40B4-BE49-F238E27FC236}">
                <a16:creationId xmlns:a16="http://schemas.microsoft.com/office/drawing/2014/main" id="{20002CA2-A8EA-D533-D07C-95DD968C4029}"/>
              </a:ext>
            </a:extLst>
          </p:cNvPr>
          <p:cNvSpPr/>
          <p:nvPr/>
        </p:nvSpPr>
        <p:spPr>
          <a:xfrm>
            <a:off x="8353759" y="3993744"/>
            <a:ext cx="365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59" name="object 7">
            <a:extLst>
              <a:ext uri="{FF2B5EF4-FFF2-40B4-BE49-F238E27FC236}">
                <a16:creationId xmlns:a16="http://schemas.microsoft.com/office/drawing/2014/main" id="{7BBD550B-A173-3A4E-7BE7-84F7D1576CF0}"/>
              </a:ext>
            </a:extLst>
          </p:cNvPr>
          <p:cNvSpPr txBox="1"/>
          <p:nvPr/>
        </p:nvSpPr>
        <p:spPr>
          <a:xfrm>
            <a:off x="4784482" y="376437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err="1">
                <a:latin typeface="Arial" panose="020B0604020202020204" pitchFamily="34" charset="0"/>
                <a:cs typeface="Arial" panose="020B0604020202020204" pitchFamily="34" charset="0"/>
              </a:rPr>
              <a:t>Historical</a:t>
            </a:r>
            <a:r>
              <a:rPr lang="pt-BR" sz="1100" b="1" dirty="0">
                <a:latin typeface="Arial" panose="020B0604020202020204" pitchFamily="34" charset="0"/>
                <a:cs typeface="Arial" panose="020B0604020202020204" pitchFamily="34" charset="0"/>
              </a:rPr>
              <a:t> </a:t>
            </a:r>
            <a:r>
              <a:rPr lang="en-US" sz="1100" b="1" dirty="0">
                <a:latin typeface="Arial" panose="020B0604020202020204" pitchFamily="34" charset="0"/>
                <a:cs typeface="Arial" panose="020B0604020202020204" pitchFamily="34" charset="0"/>
              </a:rPr>
              <a:t>U.S. Poultry Spreads (2-Month Lag)</a:t>
            </a:r>
          </a:p>
        </p:txBody>
      </p:sp>
      <p:grpSp>
        <p:nvGrpSpPr>
          <p:cNvPr id="60" name="Agrupar 38">
            <a:extLst>
              <a:ext uri="{FF2B5EF4-FFF2-40B4-BE49-F238E27FC236}">
                <a16:creationId xmlns:a16="http://schemas.microsoft.com/office/drawing/2014/main" id="{149DAC38-B484-0078-4C8F-26B330063317}"/>
              </a:ext>
            </a:extLst>
          </p:cNvPr>
          <p:cNvGrpSpPr/>
          <p:nvPr/>
        </p:nvGrpSpPr>
        <p:grpSpPr>
          <a:xfrm>
            <a:off x="4326745" y="3732635"/>
            <a:ext cx="316800" cy="316800"/>
            <a:chOff x="281999" y="250888"/>
            <a:chExt cx="874019" cy="875319"/>
          </a:xfrm>
          <a:solidFill>
            <a:schemeClr val="tx1"/>
          </a:solidFill>
        </p:grpSpPr>
        <p:sp>
          <p:nvSpPr>
            <p:cNvPr id="61" name="Retângulo de cantos arredondados 49">
              <a:extLst>
                <a:ext uri="{FF2B5EF4-FFF2-40B4-BE49-F238E27FC236}">
                  <a16:creationId xmlns:a16="http://schemas.microsoft.com/office/drawing/2014/main" id="{584643CF-0F18-F2C1-DFCE-3B234D81ADA8}"/>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grpSp>
          <p:nvGrpSpPr>
            <p:cNvPr id="62" name="Agrupar 41">
              <a:extLst>
                <a:ext uri="{FF2B5EF4-FFF2-40B4-BE49-F238E27FC236}">
                  <a16:creationId xmlns:a16="http://schemas.microsoft.com/office/drawing/2014/main" id="{FE1EFCEE-7E4B-3EB5-80DD-C5A7C6964887}"/>
                </a:ext>
              </a:extLst>
            </p:cNvPr>
            <p:cNvGrpSpPr/>
            <p:nvPr/>
          </p:nvGrpSpPr>
          <p:grpSpPr>
            <a:xfrm>
              <a:off x="393700" y="331763"/>
              <a:ext cx="698232" cy="722366"/>
              <a:chOff x="393700" y="331763"/>
              <a:chExt cx="698232" cy="722366"/>
            </a:xfrm>
            <a:grpFill/>
          </p:grpSpPr>
          <p:pic>
            <p:nvPicPr>
              <p:cNvPr id="63" name="Imagem 42">
                <a:extLst>
                  <a:ext uri="{FF2B5EF4-FFF2-40B4-BE49-F238E27FC236}">
                    <a16:creationId xmlns:a16="http://schemas.microsoft.com/office/drawing/2014/main" id="{5CB8B4E9-468A-05F7-3C1B-B0B90D16C75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393700" y="331763"/>
                <a:ext cx="698232" cy="698232"/>
              </a:xfrm>
              <a:prstGeom prst="rect">
                <a:avLst/>
              </a:prstGeom>
              <a:grpFill/>
            </p:spPr>
          </p:pic>
          <p:pic>
            <p:nvPicPr>
              <p:cNvPr id="64" name="Imagem 43">
                <a:extLst>
                  <a:ext uri="{FF2B5EF4-FFF2-40B4-BE49-F238E27FC236}">
                    <a16:creationId xmlns:a16="http://schemas.microsoft.com/office/drawing/2014/main" id="{4E8C1E87-481F-6155-ADF3-78BEE470F58C}"/>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74523"/>
              <a:stretch/>
            </p:blipFill>
            <p:spPr>
              <a:xfrm rot="20447467" flipH="1">
                <a:off x="581789" y="849839"/>
                <a:ext cx="401249" cy="204290"/>
              </a:xfrm>
              <a:prstGeom prst="rect">
                <a:avLst/>
              </a:prstGeom>
              <a:grpFill/>
            </p:spPr>
          </p:pic>
        </p:grpSp>
      </p:grpSp>
      <p:grpSp>
        <p:nvGrpSpPr>
          <p:cNvPr id="68" name="Agrupar 44">
            <a:extLst>
              <a:ext uri="{FF2B5EF4-FFF2-40B4-BE49-F238E27FC236}">
                <a16:creationId xmlns:a16="http://schemas.microsoft.com/office/drawing/2014/main" id="{6290E7FF-41A9-4E15-A625-3DB4A07ADA36}"/>
              </a:ext>
            </a:extLst>
          </p:cNvPr>
          <p:cNvGrpSpPr/>
          <p:nvPr/>
        </p:nvGrpSpPr>
        <p:grpSpPr>
          <a:xfrm>
            <a:off x="8353759" y="869683"/>
            <a:ext cx="316800" cy="316800"/>
            <a:chOff x="7198428" y="-1356262"/>
            <a:chExt cx="1269109" cy="1270996"/>
          </a:xfrm>
          <a:solidFill>
            <a:schemeClr val="tx1"/>
          </a:solidFill>
        </p:grpSpPr>
        <p:sp>
          <p:nvSpPr>
            <p:cNvPr id="69" name="Retângulo de cantos arredondados 49">
              <a:extLst>
                <a:ext uri="{FF2B5EF4-FFF2-40B4-BE49-F238E27FC236}">
                  <a16:creationId xmlns:a16="http://schemas.microsoft.com/office/drawing/2014/main" id="{FD485F21-D2F6-0796-EBC8-AF3C7FFE8CEC}"/>
                </a:ext>
              </a:extLst>
            </p:cNvPr>
            <p:cNvSpPr/>
            <p:nvPr/>
          </p:nvSpPr>
          <p:spPr>
            <a:xfrm>
              <a:off x="7198428" y="-1356262"/>
              <a:ext cx="1269109" cy="1270996"/>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pic>
          <p:nvPicPr>
            <p:cNvPr id="70" name="Imagem 46">
              <a:extLst>
                <a:ext uri="{FF2B5EF4-FFF2-40B4-BE49-F238E27FC236}">
                  <a16:creationId xmlns:a16="http://schemas.microsoft.com/office/drawing/2014/main" id="{F72299BB-551C-A8BA-4C71-8683F4A4BC1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99842" y="-1262312"/>
              <a:ext cx="1135918" cy="1135918"/>
            </a:xfrm>
            <a:prstGeom prst="rect">
              <a:avLst/>
            </a:prstGeom>
            <a:grpFill/>
          </p:spPr>
        </p:pic>
      </p:grpSp>
      <p:grpSp>
        <p:nvGrpSpPr>
          <p:cNvPr id="71" name="Agrupar 44">
            <a:extLst>
              <a:ext uri="{FF2B5EF4-FFF2-40B4-BE49-F238E27FC236}">
                <a16:creationId xmlns:a16="http://schemas.microsoft.com/office/drawing/2014/main" id="{D03FE796-6317-C69F-0FB8-D8FF7A29CB96}"/>
              </a:ext>
            </a:extLst>
          </p:cNvPr>
          <p:cNvGrpSpPr/>
          <p:nvPr/>
        </p:nvGrpSpPr>
        <p:grpSpPr>
          <a:xfrm>
            <a:off x="8353759" y="3739233"/>
            <a:ext cx="316800" cy="316800"/>
            <a:chOff x="7198428" y="-1356262"/>
            <a:chExt cx="1269109" cy="1270996"/>
          </a:xfrm>
          <a:solidFill>
            <a:schemeClr val="tx1"/>
          </a:solidFill>
        </p:grpSpPr>
        <p:sp>
          <p:nvSpPr>
            <p:cNvPr id="72" name="Retângulo de cantos arredondados 49">
              <a:extLst>
                <a:ext uri="{FF2B5EF4-FFF2-40B4-BE49-F238E27FC236}">
                  <a16:creationId xmlns:a16="http://schemas.microsoft.com/office/drawing/2014/main" id="{3EC85308-CD24-7DDF-84AC-CE7804461B34}"/>
                </a:ext>
              </a:extLst>
            </p:cNvPr>
            <p:cNvSpPr/>
            <p:nvPr/>
          </p:nvSpPr>
          <p:spPr>
            <a:xfrm>
              <a:off x="7198428" y="-1356262"/>
              <a:ext cx="1269109" cy="1270996"/>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en-US" sz="4800" b="1" kern="0" dirty="0">
                <a:solidFill>
                  <a:prstClr val="white"/>
                </a:solidFill>
                <a:latin typeface="Itau Display" panose="020B0503020204020204" pitchFamily="34" charset="0"/>
              </a:endParaRPr>
            </a:p>
          </p:txBody>
        </p:sp>
        <p:pic>
          <p:nvPicPr>
            <p:cNvPr id="73" name="Imagem 46">
              <a:extLst>
                <a:ext uri="{FF2B5EF4-FFF2-40B4-BE49-F238E27FC236}">
                  <a16:creationId xmlns:a16="http://schemas.microsoft.com/office/drawing/2014/main" id="{14ECD118-1820-71B7-7CC6-8D0FBC56544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99842" y="-1262312"/>
              <a:ext cx="1135918" cy="1135918"/>
            </a:xfrm>
            <a:prstGeom prst="rect">
              <a:avLst/>
            </a:prstGeom>
            <a:grpFill/>
          </p:spPr>
        </p:pic>
      </p:grpSp>
      <p:pic>
        <p:nvPicPr>
          <p:cNvPr id="74" name="Picture 73" descr="s6_beef_recent.png"/>
          <p:cNvPicPr>
            <a:picLocks noChangeAspect="1"/>
          </p:cNvPicPr>
          <p:nvPr/>
        </p:nvPicPr>
        <p:blipFill>
          <a:blip r:embed="rId20"/>
          <a:stretch>
            <a:fillRect/>
          </a:stretch>
        </p:blipFill>
        <p:spPr>
          <a:xfrm>
            <a:off x="530352" y="1325880"/>
            <a:ext cx="3538728" cy="1837943"/>
          </a:xfrm>
          <a:prstGeom prst="rect">
            <a:avLst/>
          </a:prstGeom>
        </p:spPr>
      </p:pic>
      <p:pic>
        <p:nvPicPr>
          <p:cNvPr id="75" name="Picture 74" descr="s6_chk_recent.png"/>
          <p:cNvPicPr>
            <a:picLocks noChangeAspect="1"/>
          </p:cNvPicPr>
          <p:nvPr/>
        </p:nvPicPr>
        <p:blipFill>
          <a:blip r:embed="rId21"/>
          <a:stretch>
            <a:fillRect/>
          </a:stretch>
        </p:blipFill>
        <p:spPr>
          <a:xfrm>
            <a:off x="4425696" y="1325880"/>
            <a:ext cx="3602736" cy="1837943"/>
          </a:xfrm>
          <a:prstGeom prst="rect">
            <a:avLst/>
          </a:prstGeom>
        </p:spPr>
      </p:pic>
      <p:pic>
        <p:nvPicPr>
          <p:cNvPr id="76" name="Picture 75" descr="s6_pork_recent.png"/>
          <p:cNvPicPr>
            <a:picLocks noChangeAspect="1"/>
          </p:cNvPicPr>
          <p:nvPr/>
        </p:nvPicPr>
        <p:blipFill>
          <a:blip r:embed="rId22"/>
          <a:stretch>
            <a:fillRect/>
          </a:stretch>
        </p:blipFill>
        <p:spPr>
          <a:xfrm>
            <a:off x="8549640" y="1325880"/>
            <a:ext cx="3483864" cy="1837943"/>
          </a:xfrm>
          <a:prstGeom prst="rect">
            <a:avLst/>
          </a:prstGeom>
        </p:spPr>
      </p:pic>
      <p:pic>
        <p:nvPicPr>
          <p:cNvPr id="77" name="Picture 76" descr="s6_beef_hist.png"/>
          <p:cNvPicPr>
            <a:picLocks noChangeAspect="1"/>
          </p:cNvPicPr>
          <p:nvPr/>
        </p:nvPicPr>
        <p:blipFill>
          <a:blip r:embed="rId23"/>
          <a:stretch>
            <a:fillRect/>
          </a:stretch>
        </p:blipFill>
        <p:spPr>
          <a:xfrm>
            <a:off x="557784" y="4261104"/>
            <a:ext cx="3511296" cy="1837943"/>
          </a:xfrm>
          <a:prstGeom prst="rect">
            <a:avLst/>
          </a:prstGeom>
        </p:spPr>
      </p:pic>
      <p:pic>
        <p:nvPicPr>
          <p:cNvPr id="78" name="Picture 77" descr="s6_chk_hist.png"/>
          <p:cNvPicPr>
            <a:picLocks noChangeAspect="1"/>
          </p:cNvPicPr>
          <p:nvPr/>
        </p:nvPicPr>
        <p:blipFill>
          <a:blip r:embed="rId24"/>
          <a:stretch>
            <a:fillRect/>
          </a:stretch>
        </p:blipFill>
        <p:spPr>
          <a:xfrm>
            <a:off x="4498848" y="4261104"/>
            <a:ext cx="3520440" cy="1828800"/>
          </a:xfrm>
          <a:prstGeom prst="rect">
            <a:avLst/>
          </a:prstGeom>
        </p:spPr>
      </p:pic>
      <p:pic>
        <p:nvPicPr>
          <p:cNvPr id="79" name="Picture 78" descr="s6_pork_hist.png"/>
          <p:cNvPicPr>
            <a:picLocks noChangeAspect="1"/>
          </p:cNvPicPr>
          <p:nvPr/>
        </p:nvPicPr>
        <p:blipFill>
          <a:blip r:embed="rId25"/>
          <a:stretch>
            <a:fillRect/>
          </a:stretch>
        </p:blipFill>
        <p:spPr>
          <a:xfrm>
            <a:off x="8549640" y="4261104"/>
            <a:ext cx="3456432" cy="1837943"/>
          </a:xfrm>
          <a:prstGeom prst="rect">
            <a:avLst/>
          </a:prstGeom>
        </p:spPr>
      </p:pic>
    </p:spTree>
    <p:extLst>
      <p:ext uri="{BB962C8B-B14F-4D97-AF65-F5344CB8AC3E}">
        <p14:creationId xmlns:p14="http://schemas.microsoft.com/office/powerpoint/2010/main" val="633730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FCFCF"/>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1836F554-5D79-6254-B529-CAA42D5AA52C}"/>
              </a:ext>
            </a:extLst>
          </p:cNvPr>
          <p:cNvGrpSpPr/>
          <p:nvPr/>
        </p:nvGrpSpPr>
        <p:grpSpPr>
          <a:xfrm>
            <a:off x="377377" y="187885"/>
            <a:ext cx="551491" cy="532085"/>
            <a:chOff x="377377" y="187885"/>
            <a:chExt cx="551491" cy="532085"/>
          </a:xfrm>
        </p:grpSpPr>
        <p:grpSp>
          <p:nvGrpSpPr>
            <p:cNvPr id="14" name="Agrupar 2">
              <a:extLst>
                <a:ext uri="{FF2B5EF4-FFF2-40B4-BE49-F238E27FC236}">
                  <a16:creationId xmlns:a16="http://schemas.microsoft.com/office/drawing/2014/main" id="{72671D33-359E-EF9A-6782-9A5732112958}"/>
                </a:ext>
              </a:extLst>
            </p:cNvPr>
            <p:cNvGrpSpPr/>
            <p:nvPr/>
          </p:nvGrpSpPr>
          <p:grpSpPr>
            <a:xfrm>
              <a:off x="377377" y="187885"/>
              <a:ext cx="551491" cy="532085"/>
              <a:chOff x="281999" y="250888"/>
              <a:chExt cx="874019" cy="875319"/>
            </a:xfrm>
            <a:solidFill>
              <a:schemeClr val="tx1"/>
            </a:solidFill>
          </p:grpSpPr>
          <p:sp>
            <p:nvSpPr>
              <p:cNvPr id="15" name="Retângulo de cantos arredondados 49">
                <a:extLst>
                  <a:ext uri="{FF2B5EF4-FFF2-40B4-BE49-F238E27FC236}">
                    <a16:creationId xmlns:a16="http://schemas.microsoft.com/office/drawing/2014/main" id="{173DEC06-7F4A-1245-9F33-E3D63D97994F}"/>
                  </a:ext>
                </a:extLst>
              </p:cNvPr>
              <p:cNvSpPr/>
              <p:nvPr/>
            </p:nvSpPr>
            <p:spPr>
              <a:xfrm>
                <a:off x="281999" y="250888"/>
                <a:ext cx="874019" cy="875319"/>
              </a:xfrm>
              <a:prstGeom prst="roundRect">
                <a:avLst/>
              </a:prstGeom>
              <a:grpFill/>
              <a:ln w="25400" cap="flat" cmpd="sng" algn="ctr">
                <a:noFill/>
                <a:prstDash val="solid"/>
                <a:miter lim="800000"/>
              </a:ln>
              <a:effectLst>
                <a:outerShdw blurRad="190500" dist="38100" dir="8100000" algn="tr" rotWithShape="0">
                  <a:prstClr val="black">
                    <a:alpha val="25000"/>
                  </a:prstClr>
                </a:outerShdw>
              </a:effectLst>
            </p:spPr>
            <p:txBody>
              <a:bodyPr rtlCol="0" anchor="ctr"/>
              <a:lstStyle/>
              <a:p>
                <a:pPr algn="ctr"/>
                <a:endParaRPr lang="pt-BR" sz="4800" b="1" kern="0" dirty="0">
                  <a:solidFill>
                    <a:prstClr val="white"/>
                  </a:solidFill>
                  <a:latin typeface="Itau Display" panose="020B0503020204020204" pitchFamily="34" charset="0"/>
                </a:endParaRPr>
              </a:p>
            </p:txBody>
          </p:sp>
          <p:grpSp>
            <p:nvGrpSpPr>
              <p:cNvPr id="24" name="Agrupar 1">
                <a:extLst>
                  <a:ext uri="{FF2B5EF4-FFF2-40B4-BE49-F238E27FC236}">
                    <a16:creationId xmlns:a16="http://schemas.microsoft.com/office/drawing/2014/main" id="{96FF865E-552A-A245-3307-FDF0D97CF155}"/>
                  </a:ext>
                </a:extLst>
              </p:cNvPr>
              <p:cNvGrpSpPr/>
              <p:nvPr/>
            </p:nvGrpSpPr>
            <p:grpSpPr>
              <a:xfrm>
                <a:off x="393700" y="331763"/>
                <a:ext cx="698232" cy="722366"/>
                <a:chOff x="393700" y="331763"/>
                <a:chExt cx="698232" cy="722366"/>
              </a:xfrm>
              <a:grpFill/>
            </p:grpSpPr>
            <p:pic>
              <p:nvPicPr>
                <p:cNvPr id="25" name="Imagem 52">
                  <a:extLst>
                    <a:ext uri="{FF2B5EF4-FFF2-40B4-BE49-F238E27FC236}">
                      <a16:creationId xmlns:a16="http://schemas.microsoft.com/office/drawing/2014/main" id="{40494345-9880-31F6-F6E9-86C81FFCE5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393700" y="331763"/>
                  <a:ext cx="698232" cy="698232"/>
                </a:xfrm>
                <a:prstGeom prst="rect">
                  <a:avLst/>
                </a:prstGeom>
                <a:grpFill/>
              </p:spPr>
            </p:pic>
            <p:pic>
              <p:nvPicPr>
                <p:cNvPr id="26" name="Imagem 53">
                  <a:extLst>
                    <a:ext uri="{FF2B5EF4-FFF2-40B4-BE49-F238E27FC236}">
                      <a16:creationId xmlns:a16="http://schemas.microsoft.com/office/drawing/2014/main" id="{E2B7227C-9C10-EFB9-75AF-324AD14410E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74523"/>
                <a:stretch/>
              </p:blipFill>
              <p:spPr>
                <a:xfrm rot="20447467" flipH="1">
                  <a:off x="581789" y="849839"/>
                  <a:ext cx="401249" cy="204290"/>
                </a:xfrm>
                <a:prstGeom prst="rect">
                  <a:avLst/>
                </a:prstGeom>
                <a:grpFill/>
              </p:spPr>
            </p:pic>
          </p:grpSp>
        </p:grpSp>
        <p:sp>
          <p:nvSpPr>
            <p:cNvPr id="22" name="Rectangle 21">
              <a:extLst>
                <a:ext uri="{FF2B5EF4-FFF2-40B4-BE49-F238E27FC236}">
                  <a16:creationId xmlns:a16="http://schemas.microsoft.com/office/drawing/2014/main" id="{2CE8DE0E-D919-FD19-102D-849C298B673B}"/>
                </a:ext>
              </a:extLst>
            </p:cNvPr>
            <p:cNvSpPr/>
            <p:nvPr/>
          </p:nvSpPr>
          <p:spPr>
            <a:xfrm>
              <a:off x="436179" y="207168"/>
              <a:ext cx="413927" cy="50718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ctangle 22">
              <a:extLst>
                <a:ext uri="{FF2B5EF4-FFF2-40B4-BE49-F238E27FC236}">
                  <a16:creationId xmlns:a16="http://schemas.microsoft.com/office/drawing/2014/main" id="{163A4FA4-355B-15BB-76CD-4DCE00318ED5}"/>
                </a:ext>
              </a:extLst>
            </p:cNvPr>
            <p:cNvSpPr/>
            <p:nvPr/>
          </p:nvSpPr>
          <p:spPr>
            <a:xfrm>
              <a:off x="823384" y="239382"/>
              <a:ext cx="71027" cy="1467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19" name="Graphic 18" descr="Upward trend with solid fill">
            <a:extLst>
              <a:ext uri="{FF2B5EF4-FFF2-40B4-BE49-F238E27FC236}">
                <a16:creationId xmlns:a16="http://schemas.microsoft.com/office/drawing/2014/main" id="{A7226ABB-5657-EAA6-057A-2078582768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6169" y="183220"/>
            <a:ext cx="536408" cy="536408"/>
          </a:xfrm>
          <a:prstGeom prst="rect">
            <a:avLst/>
          </a:prstGeom>
        </p:spPr>
      </p:pic>
      <p:sp>
        <p:nvSpPr>
          <p:cNvPr id="6" name="Retângulo 5">
            <a:extLst>
              <a:ext uri="{FF2B5EF4-FFF2-40B4-BE49-F238E27FC236}">
                <a16:creationId xmlns:a16="http://schemas.microsoft.com/office/drawing/2014/main" id="{E5BCD76A-A8F4-AED3-4D87-B0CB5B2E08B4}"/>
              </a:ext>
            </a:extLst>
          </p:cNvPr>
          <p:cNvSpPr/>
          <p:nvPr/>
        </p:nvSpPr>
        <p:spPr>
          <a:xfrm>
            <a:off x="11361107" y="0"/>
            <a:ext cx="830893"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FAC60885-B644-6E61-E09D-CEF3FE06A5D9}"/>
              </a:ext>
            </a:extLst>
          </p:cNvPr>
          <p:cNvSpPr/>
          <p:nvPr/>
        </p:nvSpPr>
        <p:spPr>
          <a:xfrm>
            <a:off x="0" y="6670110"/>
            <a:ext cx="872359" cy="18789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Graphic 6">
            <a:extLst>
              <a:ext uri="{FF2B5EF4-FFF2-40B4-BE49-F238E27FC236}">
                <a16:creationId xmlns:a16="http://schemas.microsoft.com/office/drawing/2014/main" id="{48A401CC-A08D-EB3D-BC00-7AC14F407F4F}"/>
              </a:ext>
            </a:extLst>
          </p:cNvPr>
          <p:cNvPicPr>
            <a:picLocks noChangeAspect="1"/>
          </p:cNvPicPr>
          <p:nvPr/>
        </p:nvPicPr>
        <p:blipFill>
          <a:blip r:embed="rId5"/>
          <a:srcRect/>
          <a:stretch/>
        </p:blipFill>
        <p:spPr>
          <a:xfrm>
            <a:off x="11402905" y="6436022"/>
            <a:ext cx="627738" cy="318053"/>
          </a:xfrm>
          <a:prstGeom prst="rect">
            <a:avLst/>
          </a:prstGeom>
        </p:spPr>
      </p:pic>
      <p:sp>
        <p:nvSpPr>
          <p:cNvPr id="17" name="object 7">
            <a:extLst>
              <a:ext uri="{FF2B5EF4-FFF2-40B4-BE49-F238E27FC236}">
                <a16:creationId xmlns:a16="http://schemas.microsoft.com/office/drawing/2014/main" id="{D77C5770-E804-70E5-E57B-CD7C08BD6162}"/>
              </a:ext>
            </a:extLst>
          </p:cNvPr>
          <p:cNvSpPr txBox="1"/>
          <p:nvPr/>
        </p:nvSpPr>
        <p:spPr>
          <a:xfrm>
            <a:off x="6639723"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a:latin typeface="Arial" panose="020B0604020202020204" pitchFamily="34" charset="0"/>
                <a:cs typeface="Arial" panose="020B0604020202020204" pitchFamily="34" charset="0"/>
              </a:rPr>
              <a:t>Stocks Performance – MTD (%)</a:t>
            </a:r>
          </a:p>
        </p:txBody>
      </p:sp>
      <p:sp>
        <p:nvSpPr>
          <p:cNvPr id="18" name="object 12">
            <a:extLst>
              <a:ext uri="{FF2B5EF4-FFF2-40B4-BE49-F238E27FC236}">
                <a16:creationId xmlns:a16="http://schemas.microsoft.com/office/drawing/2014/main" id="{D3F6283C-7386-E0A2-FB08-0D7D401D63B0}"/>
              </a:ext>
            </a:extLst>
          </p:cNvPr>
          <p:cNvSpPr/>
          <p:nvPr/>
        </p:nvSpPr>
        <p:spPr>
          <a:xfrm>
            <a:off x="6654010"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20" name="object 7">
            <a:extLst>
              <a:ext uri="{FF2B5EF4-FFF2-40B4-BE49-F238E27FC236}">
                <a16:creationId xmlns:a16="http://schemas.microsoft.com/office/drawing/2014/main" id="{F02E5458-2E25-A547-4217-C28437B06C4C}"/>
              </a:ext>
            </a:extLst>
          </p:cNvPr>
          <p:cNvSpPr txBox="1"/>
          <p:nvPr/>
        </p:nvSpPr>
        <p:spPr>
          <a:xfrm>
            <a:off x="6639723"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a:latin typeface="Arial" panose="020B0604020202020204" pitchFamily="34" charset="0"/>
                <a:cs typeface="Arial" panose="020B0604020202020204" pitchFamily="34" charset="0"/>
              </a:rPr>
              <a:t>Stocks Performance – LTM (%) </a:t>
            </a:r>
          </a:p>
        </p:txBody>
      </p:sp>
      <p:sp>
        <p:nvSpPr>
          <p:cNvPr id="21" name="object 12">
            <a:extLst>
              <a:ext uri="{FF2B5EF4-FFF2-40B4-BE49-F238E27FC236}">
                <a16:creationId xmlns:a16="http://schemas.microsoft.com/office/drawing/2014/main" id="{39676E87-14E9-2FBA-52E7-DA964F5B93EE}"/>
              </a:ext>
            </a:extLst>
          </p:cNvPr>
          <p:cNvSpPr/>
          <p:nvPr/>
        </p:nvSpPr>
        <p:spPr>
          <a:xfrm>
            <a:off x="6654010"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41" name="object 8">
            <a:extLst>
              <a:ext uri="{FF2B5EF4-FFF2-40B4-BE49-F238E27FC236}">
                <a16:creationId xmlns:a16="http://schemas.microsoft.com/office/drawing/2014/main" id="{D38C6A0A-CF0F-642A-A0AA-BEA17B656935}"/>
              </a:ext>
            </a:extLst>
          </p:cNvPr>
          <p:cNvSpPr txBox="1"/>
          <p:nvPr/>
        </p:nvSpPr>
        <p:spPr>
          <a:xfrm>
            <a:off x="371475" y="6609837"/>
            <a:ext cx="3696652" cy="120546"/>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F6162"/>
                </a:solidFill>
                <a:latin typeface="Arial" panose="020B0604020202020204" pitchFamily="34" charset="0"/>
                <a:cs typeface="Arial" panose="020B0604020202020204" pitchFamily="34" charset="0"/>
              </a:rPr>
              <a:t>Source: </a:t>
            </a:r>
            <a:r>
              <a:rPr sz="700" dirty="0" err="1">
                <a:solidFill>
                  <a:srgbClr val="5F6162"/>
                </a:solidFill>
                <a:latin typeface="Arial" panose="020B0604020202020204" pitchFamily="34" charset="0"/>
                <a:cs typeface="Arial" panose="020B0604020202020204" pitchFamily="34" charset="0"/>
              </a:rPr>
              <a:t>Ita</a:t>
            </a:r>
            <a:r>
              <a:rPr lang="pt-BR" sz="700" dirty="0">
                <a:solidFill>
                  <a:srgbClr val="5F6162"/>
                </a:solidFill>
                <a:latin typeface="Arial" panose="020B0604020202020204" pitchFamily="34" charset="0"/>
                <a:cs typeface="Arial" panose="020B0604020202020204" pitchFamily="34" charset="0"/>
              </a:rPr>
              <a:t>ú</a:t>
            </a:r>
            <a:r>
              <a:rPr sz="700" dirty="0">
                <a:solidFill>
                  <a:srgbClr val="5F6162"/>
                </a:solidFill>
                <a:latin typeface="Arial" panose="020B0604020202020204" pitchFamily="34" charset="0"/>
                <a:cs typeface="Arial" panose="020B0604020202020204" pitchFamily="34" charset="0"/>
              </a:rPr>
              <a:t> BBA</a:t>
            </a:r>
            <a:r>
              <a:rPr lang="pt-BR" sz="700" dirty="0">
                <a:solidFill>
                  <a:srgbClr val="5F6162"/>
                </a:solidFill>
                <a:latin typeface="Arial" panose="020B0604020202020204" pitchFamily="34" charset="0"/>
                <a:cs typeface="Arial" panose="020B0604020202020204" pitchFamily="34" charset="0"/>
              </a:rPr>
              <a:t> </a:t>
            </a:r>
            <a:r>
              <a:rPr lang="pt-BR" sz="700" dirty="0" err="1">
                <a:solidFill>
                  <a:srgbClr val="5F6162"/>
                </a:solidFill>
                <a:latin typeface="Arial" panose="020B0604020202020204" pitchFamily="34" charset="0"/>
                <a:cs typeface="Arial" panose="020B0604020202020204" pitchFamily="34" charset="0"/>
              </a:rPr>
              <a:t>and</a:t>
            </a:r>
            <a:r>
              <a:rPr lang="pt-BR" sz="700">
                <a:solidFill>
                  <a:srgbClr val="5F6162"/>
                </a:solidFill>
                <a:latin typeface="Arial" panose="020B0604020202020204" pitchFamily="34" charset="0"/>
                <a:cs typeface="Arial" panose="020B0604020202020204" pitchFamily="34" charset="0"/>
              </a:rPr>
              <a:t> Bloomberg</a:t>
            </a:r>
            <a:endParaRPr sz="700" dirty="0">
              <a:latin typeface="Arial" panose="020B0604020202020204" pitchFamily="34" charset="0"/>
              <a:cs typeface="Arial" panose="020B0604020202020204" pitchFamily="34" charset="0"/>
            </a:endParaRPr>
          </a:p>
        </p:txBody>
      </p:sp>
      <p:sp>
        <p:nvSpPr>
          <p:cNvPr id="8" name="object 7">
            <a:extLst>
              <a:ext uri="{FF2B5EF4-FFF2-40B4-BE49-F238E27FC236}">
                <a16:creationId xmlns:a16="http://schemas.microsoft.com/office/drawing/2014/main" id="{933AC0B8-EAD0-08EB-C721-915BB5DE149C}"/>
              </a:ext>
            </a:extLst>
          </p:cNvPr>
          <p:cNvSpPr txBox="1"/>
          <p:nvPr/>
        </p:nvSpPr>
        <p:spPr>
          <a:xfrm>
            <a:off x="363090" y="894821"/>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a:latin typeface="Arial" panose="020B0604020202020204" pitchFamily="34" charset="0"/>
                <a:cs typeface="Arial" panose="020B0604020202020204" pitchFamily="34" charset="0"/>
              </a:rPr>
              <a:t>Stocks Performance – Weekly (%) </a:t>
            </a:r>
          </a:p>
        </p:txBody>
      </p:sp>
      <p:sp>
        <p:nvSpPr>
          <p:cNvPr id="10" name="object 12">
            <a:extLst>
              <a:ext uri="{FF2B5EF4-FFF2-40B4-BE49-F238E27FC236}">
                <a16:creationId xmlns:a16="http://schemas.microsoft.com/office/drawing/2014/main" id="{9B5EBF04-5D44-E658-98AD-3D1A29DFFEA6}"/>
              </a:ext>
            </a:extLst>
          </p:cNvPr>
          <p:cNvSpPr/>
          <p:nvPr/>
        </p:nvSpPr>
        <p:spPr>
          <a:xfrm>
            <a:off x="377377" y="1124194"/>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sp>
        <p:nvSpPr>
          <p:cNvPr id="11" name="object 5">
            <a:extLst>
              <a:ext uri="{FF2B5EF4-FFF2-40B4-BE49-F238E27FC236}">
                <a16:creationId xmlns:a16="http://schemas.microsoft.com/office/drawing/2014/main" id="{76409F04-BD0F-9A87-D73D-0060DA1DB862}"/>
              </a:ext>
            </a:extLst>
          </p:cNvPr>
          <p:cNvSpPr txBox="1"/>
          <p:nvPr/>
        </p:nvSpPr>
        <p:spPr>
          <a:xfrm>
            <a:off x="1102605" y="358413"/>
            <a:ext cx="10817964" cy="305212"/>
          </a:xfrm>
          <a:prstGeom prst="rect">
            <a:avLst/>
          </a:prstGeom>
        </p:spPr>
        <p:txBody>
          <a:bodyPr vert="horz" wrap="square" lIns="0" tIns="12700" rIns="0" bIns="0" rtlCol="0">
            <a:spAutoFit/>
          </a:bodyPr>
          <a:lstStyle/>
          <a:p>
            <a:pPr marL="12700">
              <a:lnSpc>
                <a:spcPct val="100000"/>
              </a:lnSpc>
              <a:spcBef>
                <a:spcPts val="100"/>
              </a:spcBef>
            </a:pPr>
            <a:r>
              <a:rPr lang="pt-BR" sz="1900" b="1" dirty="0">
                <a:solidFill>
                  <a:srgbClr val="FF5500"/>
                </a:solidFill>
                <a:latin typeface="Arial" panose="020B0604020202020204" pitchFamily="34" charset="0"/>
                <a:cs typeface="Arial" panose="020B0604020202020204" pitchFamily="34" charset="0"/>
              </a:rPr>
              <a:t>Stocks Performance</a:t>
            </a:r>
            <a:endParaRPr sz="1900" dirty="0">
              <a:solidFill>
                <a:srgbClr val="FF5500"/>
              </a:solidFill>
              <a:latin typeface="Arial" panose="020B0604020202020204" pitchFamily="34" charset="0"/>
              <a:cs typeface="Arial" panose="020B0604020202020204" pitchFamily="34" charset="0"/>
            </a:endParaRPr>
          </a:p>
        </p:txBody>
      </p:sp>
      <p:sp>
        <p:nvSpPr>
          <p:cNvPr id="35" name="object 7">
            <a:extLst>
              <a:ext uri="{FF2B5EF4-FFF2-40B4-BE49-F238E27FC236}">
                <a16:creationId xmlns:a16="http://schemas.microsoft.com/office/drawing/2014/main" id="{CCDE8D17-9862-32C6-DFF1-774F224D415A}"/>
              </a:ext>
            </a:extLst>
          </p:cNvPr>
          <p:cNvSpPr txBox="1"/>
          <p:nvPr/>
        </p:nvSpPr>
        <p:spPr>
          <a:xfrm>
            <a:off x="345492" y="3761210"/>
            <a:ext cx="5187600" cy="182101"/>
          </a:xfrm>
          <a:prstGeom prst="rect">
            <a:avLst/>
          </a:prstGeom>
        </p:spPr>
        <p:txBody>
          <a:bodyPr vert="horz" wrap="square" lIns="0" tIns="12700" rIns="0" bIns="0" rtlCol="0">
            <a:spAutoFit/>
          </a:bodyPr>
          <a:lstStyle/>
          <a:p>
            <a:pPr marL="12700">
              <a:lnSpc>
                <a:spcPct val="100000"/>
              </a:lnSpc>
              <a:spcBef>
                <a:spcPts val="100"/>
              </a:spcBef>
            </a:pPr>
            <a:r>
              <a:rPr lang="pt-BR" sz="1100" b="1" dirty="0">
                <a:latin typeface="Arial" panose="020B0604020202020204" pitchFamily="34" charset="0"/>
                <a:cs typeface="Arial" panose="020B0604020202020204" pitchFamily="34" charset="0"/>
              </a:rPr>
              <a:t>Stocks Performance – YTD (%) </a:t>
            </a:r>
          </a:p>
        </p:txBody>
      </p:sp>
      <p:sp>
        <p:nvSpPr>
          <p:cNvPr id="36" name="object 12">
            <a:extLst>
              <a:ext uri="{FF2B5EF4-FFF2-40B4-BE49-F238E27FC236}">
                <a16:creationId xmlns:a16="http://schemas.microsoft.com/office/drawing/2014/main" id="{D9F5F0E5-CDF8-FAB0-99FB-3B26D2BC05C3}"/>
              </a:ext>
            </a:extLst>
          </p:cNvPr>
          <p:cNvSpPr/>
          <p:nvPr/>
        </p:nvSpPr>
        <p:spPr>
          <a:xfrm>
            <a:off x="359779" y="3990583"/>
            <a:ext cx="5187600" cy="72000"/>
          </a:xfrm>
          <a:custGeom>
            <a:avLst/>
            <a:gdLst/>
            <a:ahLst/>
            <a:cxnLst/>
            <a:rect l="l" t="t" r="r" b="b"/>
            <a:pathLst>
              <a:path w="5177790">
                <a:moveTo>
                  <a:pt x="0" y="0"/>
                </a:moveTo>
                <a:lnTo>
                  <a:pt x="5177650" y="0"/>
                </a:lnTo>
              </a:path>
            </a:pathLst>
          </a:custGeom>
          <a:ln w="6350">
            <a:solidFill>
              <a:srgbClr val="FF5500"/>
            </a:solidFill>
          </a:ln>
        </p:spPr>
        <p:txBody>
          <a:bodyPr wrap="square" lIns="0" tIns="0" rIns="0" bIns="0" rtlCol="0"/>
          <a:lstStyle/>
          <a:p>
            <a:endParaRPr sz="1100">
              <a:latin typeface="Arial" panose="020B0604020202020204" pitchFamily="34" charset="0"/>
              <a:cs typeface="Arial" panose="020B0604020202020204" pitchFamily="34" charset="0"/>
            </a:endParaRPr>
          </a:p>
        </p:txBody>
      </p:sp>
      <p:graphicFrame>
        <p:nvGraphicFramePr>
          <p:cNvPr id="2" name="Object 1">
            <a:extLst>
              <a:ext uri="{FF2B5EF4-FFF2-40B4-BE49-F238E27FC236}">
                <a16:creationId xmlns:a16="http://schemas.microsoft.com/office/drawing/2014/main" id="{D2F612FF-4782-6CC6-A1F1-9AF55E672D85}"/>
              </a:ext>
            </a:extLst>
          </p:cNvPr>
          <p:cNvGraphicFramePr>
            <a:graphicFrameLocks noChangeAspect="1"/>
          </p:cNvGraphicFramePr>
          <p:nvPr>
            <p:extLst>
              <p:ext uri="{D42A27DB-BD31-4B8C-83A1-F6EECF244321}">
                <p14:modId xmlns:p14="http://schemas.microsoft.com/office/powerpoint/2010/main" val="2414788236"/>
              </p:ext>
            </p:extLst>
          </p:nvPr>
        </p:nvGraphicFramePr>
        <p:xfrm>
          <a:off x="377825" y="1276350"/>
          <a:ext cx="5041900" cy="1965325"/>
        </p:xfrm>
        <a:graphic>
          <a:graphicData uri="http://schemas.openxmlformats.org/presentationml/2006/ole">
            <mc:AlternateContent xmlns:mc="http://schemas.openxmlformats.org/markup-compatibility/2006">
              <mc:Choice xmlns:v="urn:schemas-microsoft-com:vml" Requires="v">
                <p:oleObj name="Worksheet" r:id="rId6" imgW="5041655" imgH="1822315" progId="Excel.Sheet.12">
                  <p:link updateAutomatic="1"/>
                </p:oleObj>
              </mc:Choice>
              <mc:Fallback>
                <p:oleObj name="Worksheet" r:id="rId6" imgW="5041655" imgH="1822315" progId="Excel.Sheet.12">
                  <p:link updateAutomatic="1"/>
                  <p:pic>
                    <p:nvPicPr>
                      <p:cNvPr id="2" name="Object 1">
                        <a:extLst>
                          <a:ext uri="{FF2B5EF4-FFF2-40B4-BE49-F238E27FC236}">
                            <a16:creationId xmlns:a16="http://schemas.microsoft.com/office/drawing/2014/main" id="{D2F612FF-4782-6CC6-A1F1-9AF55E672D85}"/>
                          </a:ext>
                        </a:extLst>
                      </p:cNvPr>
                      <p:cNvPicPr/>
                      <p:nvPr/>
                    </p:nvPicPr>
                    <p:blipFill>
                      <a:blip r:embed="rId7"/>
                      <a:stretch>
                        <a:fillRect/>
                      </a:stretch>
                    </p:blipFill>
                    <p:spPr>
                      <a:xfrm>
                        <a:off x="377825" y="1276350"/>
                        <a:ext cx="5041900" cy="1965325"/>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C4BC8B3F-97C2-7A93-9D09-5A8C200598D8}"/>
              </a:ext>
            </a:extLst>
          </p:cNvPr>
          <p:cNvGraphicFramePr>
            <a:graphicFrameLocks noChangeAspect="1"/>
          </p:cNvGraphicFramePr>
          <p:nvPr>
            <p:extLst>
              <p:ext uri="{D42A27DB-BD31-4B8C-83A1-F6EECF244321}">
                <p14:modId xmlns:p14="http://schemas.microsoft.com/office/powerpoint/2010/main" val="1969401134"/>
              </p:ext>
            </p:extLst>
          </p:nvPr>
        </p:nvGraphicFramePr>
        <p:xfrm>
          <a:off x="6735763" y="1276350"/>
          <a:ext cx="5080000" cy="1965325"/>
        </p:xfrm>
        <a:graphic>
          <a:graphicData uri="http://schemas.openxmlformats.org/presentationml/2006/ole">
            <mc:AlternateContent xmlns:mc="http://schemas.openxmlformats.org/markup-compatibility/2006">
              <mc:Choice xmlns:v="urn:schemas-microsoft-com:vml" Requires="v">
                <p:oleObj name="Worksheet" r:id="rId8" imgW="5035580" imgH="1841365" progId="Excel.Sheet.12">
                  <p:link updateAutomatic="1"/>
                </p:oleObj>
              </mc:Choice>
              <mc:Fallback>
                <p:oleObj name="Worksheet" r:id="rId8" imgW="5035580" imgH="1841365" progId="Excel.Sheet.12">
                  <p:link updateAutomatic="1"/>
                  <p:pic>
                    <p:nvPicPr>
                      <p:cNvPr id="3" name="Object 2">
                        <a:extLst>
                          <a:ext uri="{FF2B5EF4-FFF2-40B4-BE49-F238E27FC236}">
                            <a16:creationId xmlns:a16="http://schemas.microsoft.com/office/drawing/2014/main" id="{C4BC8B3F-97C2-7A93-9D09-5A8C200598D8}"/>
                          </a:ext>
                        </a:extLst>
                      </p:cNvPr>
                      <p:cNvPicPr/>
                      <p:nvPr/>
                    </p:nvPicPr>
                    <p:blipFill>
                      <a:blip r:embed="rId9"/>
                      <a:stretch>
                        <a:fillRect/>
                      </a:stretch>
                    </p:blipFill>
                    <p:spPr>
                      <a:xfrm>
                        <a:off x="6735763" y="1276350"/>
                        <a:ext cx="5080000" cy="1965325"/>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4C7E4326-777A-C550-7653-B503AF2B2941}"/>
              </a:ext>
            </a:extLst>
          </p:cNvPr>
          <p:cNvGraphicFramePr>
            <a:graphicFrameLocks noChangeAspect="1"/>
          </p:cNvGraphicFramePr>
          <p:nvPr>
            <p:extLst>
              <p:ext uri="{D42A27DB-BD31-4B8C-83A1-F6EECF244321}">
                <p14:modId xmlns:p14="http://schemas.microsoft.com/office/powerpoint/2010/main" val="3744716639"/>
              </p:ext>
            </p:extLst>
          </p:nvPr>
        </p:nvGraphicFramePr>
        <p:xfrm>
          <a:off x="554038" y="4252913"/>
          <a:ext cx="5035550" cy="1965325"/>
        </p:xfrm>
        <a:graphic>
          <a:graphicData uri="http://schemas.openxmlformats.org/presentationml/2006/ole">
            <mc:AlternateContent xmlns:mc="http://schemas.openxmlformats.org/markup-compatibility/2006">
              <mc:Choice xmlns:v="urn:schemas-microsoft-com:vml" Requires="v">
                <p:oleObj name="Worksheet" r:id="rId10" imgW="5035580" imgH="1834880" progId="Excel.Sheet.12">
                  <p:link updateAutomatic="1"/>
                </p:oleObj>
              </mc:Choice>
              <mc:Fallback>
                <p:oleObj name="Worksheet" r:id="rId10" imgW="5035580" imgH="1834880" progId="Excel.Sheet.12">
                  <p:link updateAutomatic="1"/>
                  <p:pic>
                    <p:nvPicPr>
                      <p:cNvPr id="4" name="Object 3">
                        <a:extLst>
                          <a:ext uri="{FF2B5EF4-FFF2-40B4-BE49-F238E27FC236}">
                            <a16:creationId xmlns:a16="http://schemas.microsoft.com/office/drawing/2014/main" id="{4C7E4326-777A-C550-7653-B503AF2B2941}"/>
                          </a:ext>
                        </a:extLst>
                      </p:cNvPr>
                      <p:cNvPicPr/>
                      <p:nvPr/>
                    </p:nvPicPr>
                    <p:blipFill>
                      <a:blip r:embed="rId11"/>
                      <a:stretch>
                        <a:fillRect/>
                      </a:stretch>
                    </p:blipFill>
                    <p:spPr>
                      <a:xfrm>
                        <a:off x="554038" y="4252913"/>
                        <a:ext cx="5035550" cy="1965325"/>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0EA530F1-0D76-7A31-7985-4E7B3B8E5C75}"/>
              </a:ext>
            </a:extLst>
          </p:cNvPr>
          <p:cNvGraphicFramePr>
            <a:graphicFrameLocks noChangeAspect="1"/>
          </p:cNvGraphicFramePr>
          <p:nvPr>
            <p:extLst>
              <p:ext uri="{D42A27DB-BD31-4B8C-83A1-F6EECF244321}">
                <p14:modId xmlns:p14="http://schemas.microsoft.com/office/powerpoint/2010/main" val="2504046251"/>
              </p:ext>
            </p:extLst>
          </p:nvPr>
        </p:nvGraphicFramePr>
        <p:xfrm>
          <a:off x="6797675" y="4252913"/>
          <a:ext cx="5043488" cy="1965325"/>
        </p:xfrm>
        <a:graphic>
          <a:graphicData uri="http://schemas.openxmlformats.org/presentationml/2006/ole">
            <mc:AlternateContent xmlns:mc="http://schemas.openxmlformats.org/markup-compatibility/2006">
              <mc:Choice xmlns:v="urn:schemas-microsoft-com:vml" Requires="v">
                <p:oleObj name="Worksheet" r:id="rId12" imgW="5035580" imgH="1834880" progId="Excel.Sheet.12">
                  <p:link updateAutomatic="1"/>
                </p:oleObj>
              </mc:Choice>
              <mc:Fallback>
                <p:oleObj name="Worksheet" r:id="rId12" imgW="5035580" imgH="1834880" progId="Excel.Sheet.12">
                  <p:link updateAutomatic="1"/>
                  <p:pic>
                    <p:nvPicPr>
                      <p:cNvPr id="5" name="Object 4">
                        <a:extLst>
                          <a:ext uri="{FF2B5EF4-FFF2-40B4-BE49-F238E27FC236}">
                            <a16:creationId xmlns:a16="http://schemas.microsoft.com/office/drawing/2014/main" id="{0EA530F1-0D76-7A31-7985-4E7B3B8E5C75}"/>
                          </a:ext>
                        </a:extLst>
                      </p:cNvPr>
                      <p:cNvPicPr/>
                      <p:nvPr/>
                    </p:nvPicPr>
                    <p:blipFill>
                      <a:blip r:embed="rId13"/>
                      <a:stretch>
                        <a:fillRect/>
                      </a:stretch>
                    </p:blipFill>
                    <p:spPr>
                      <a:xfrm>
                        <a:off x="6797675" y="4252913"/>
                        <a:ext cx="5043488" cy="1965325"/>
                      </a:xfrm>
                      <a:prstGeom prst="rect">
                        <a:avLst/>
                      </a:prstGeom>
                    </p:spPr>
                  </p:pic>
                </p:oleObj>
              </mc:Fallback>
            </mc:AlternateContent>
          </a:graphicData>
        </a:graphic>
      </p:graphicFrame>
    </p:spTree>
    <p:extLst>
      <p:ext uri="{BB962C8B-B14F-4D97-AF65-F5344CB8AC3E}">
        <p14:creationId xmlns:p14="http://schemas.microsoft.com/office/powerpoint/2010/main" val="2094565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2AA9A4B7-4B0A-41EE-646D-256A4D910C36}"/>
              </a:ext>
            </a:extLst>
          </p:cNvPr>
          <p:cNvSpPr/>
          <p:nvPr/>
        </p:nvSpPr>
        <p:spPr>
          <a:xfrm>
            <a:off x="-114300" y="-228600"/>
            <a:ext cx="12420600" cy="7162800"/>
          </a:xfrm>
          <a:prstGeom prst="rect">
            <a:avLst/>
          </a:prstGeom>
          <a:solidFill>
            <a:srgbClr val="CFCF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object 3">
            <a:extLst>
              <a:ext uri="{FF2B5EF4-FFF2-40B4-BE49-F238E27FC236}">
                <a16:creationId xmlns:a16="http://schemas.microsoft.com/office/drawing/2014/main" id="{AC2C5821-065C-A7EB-02E3-F8054467678C}"/>
              </a:ext>
            </a:extLst>
          </p:cNvPr>
          <p:cNvSpPr txBox="1"/>
          <p:nvPr/>
        </p:nvSpPr>
        <p:spPr>
          <a:xfrm>
            <a:off x="371475" y="647781"/>
            <a:ext cx="5419725" cy="5247590"/>
          </a:xfrm>
          <a:prstGeom prst="rect">
            <a:avLst/>
          </a:prstGeom>
        </p:spPr>
        <p:txBody>
          <a:bodyPr vert="horz" wrap="square" lIns="0" tIns="53340" rIns="0" bIns="0" rtlCol="0">
            <a:spAutoFit/>
          </a:bodyPr>
          <a:lstStyle/>
          <a:p>
            <a:pPr marL="12700">
              <a:lnSpc>
                <a:spcPts val="700"/>
              </a:lnSpc>
            </a:pPr>
            <a:r>
              <a:rPr lang="pt-BR" sz="900" b="1" dirty="0">
                <a:solidFill>
                  <a:srgbClr val="FF5500"/>
                </a:solidFill>
                <a:latin typeface="Arial" panose="020B0604020202020204" pitchFamily="34" charset="0"/>
                <a:cs typeface="Arial" panose="020B0604020202020204" pitchFamily="34" charset="0"/>
              </a:rPr>
              <a:t>Material </a:t>
            </a:r>
            <a:r>
              <a:rPr lang="pt-BR" sz="900" b="1" dirty="0" err="1">
                <a:solidFill>
                  <a:srgbClr val="FF5500"/>
                </a:solidFill>
                <a:latin typeface="Arial" panose="020B0604020202020204" pitchFamily="34" charset="0"/>
                <a:cs typeface="Arial" panose="020B0604020202020204" pitchFamily="34" charset="0"/>
              </a:rPr>
              <a:t>Information</a:t>
            </a:r>
            <a:endParaRPr lang="pt-BR" sz="900" b="1" dirty="0">
              <a:solidFill>
                <a:srgbClr val="FF5500"/>
              </a:solidFill>
              <a:latin typeface="Arial" panose="020B0604020202020204" pitchFamily="34" charset="0"/>
              <a:cs typeface="Arial" panose="020B0604020202020204" pitchFamily="34" charset="0"/>
            </a:endParaRPr>
          </a:p>
          <a:p>
            <a:pPr marL="12700">
              <a:lnSpc>
                <a:spcPts val="700"/>
              </a:lnSpc>
              <a:spcAft>
                <a:spcPts val="400"/>
              </a:spcAft>
            </a:pPr>
            <a:endParaRPr lang="pt-BR" sz="700" b="1" dirty="0">
              <a:solidFill>
                <a:srgbClr val="646464"/>
              </a:solidFill>
              <a:latin typeface="Arial" panose="020B0604020202020204" pitchFamily="34" charset="0"/>
              <a:cs typeface="Arial" panose="020B0604020202020204" pitchFamily="34" charset="0"/>
            </a:endParaRP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This report was prepared by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 company regulated by the Securities and Exchange Commission (CVM), and distributed by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Itaú Corretora de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Valores</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and Itaú BBA. Itaú BBA is a brand used by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This report was prepared by a securities analyst from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and is subject to Resolution 20 of the Securities and Exchange Commission (CVM).</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This report does not constitute an offer to buy or sell any financial instrument or to participate in any particular trading strategy under any jurisdiction. The information herein was deemed reasonable on the date of publication and was obtained from reliable public sources. Neither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nor any of its affiliated companies (“Grupo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ensure or guarantee, either expressly or implicitly, that the information contained herein is accurate or complete. Furthermore, this report is not a complete or summarized representation of investment strategies, markets or developments thereof. The opinions, estimates and/or forecasts provided in this report reflect the current opinion of the analyst responsible for the content herein on the date of publication and are, therefore, subject to change without notice. The prices and availability of the financial instruments are merely indicative and subject to change beyond the control of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The prices used for the production of this report were obtained as of the close of the relevant market. Neither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nor any of its affiliated companies are obligated to update, amend or otherwise alter this report, or to inform readers of any changes in its content, except upon termination of coverage of the securities issuers discussed herein.</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The analyst responsible for preparing this document, highlighted in bold, hereby certifies that all opinions expressed in this report accurately, solely and exclusively reflect his/her personal views and opinions regarding all of the issuers and securities analyzed herein, provided in this document independently and autonomously, including from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Itaú Corretora, Itaú BBA, and any of their affiliated companies. Whereas the personal opinions of the analyst may diverge,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Itaú Corretora, Itaú BBA and/or any of their affiliated companies may have published or eventually publish other reports that are inconsistent and/or reach different conclusions than those provided herein. </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The analyst responsible for preparing this report is not registered and/or not qualified as a survey analyst at the NYSE or FINRA, nor is such analyst in any way associated with Itau BBA USA Securities, Inc. and is, therefore, not subject to the provisions of Rule 2242 on communications with researched companies, public appearances and transactions involving securities held in a research analyst account. </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Part of the analysts’ compensation is determined based on the total top line of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and some of its affiliated companies, including revenues arising from investment services and investment bank services. Nonetheless, the analyst responsible for the content in this report hereby certifies that no part of his/her compensation is or will be directly or indirectly conditioned to any specific recommendations or opinions herein.</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The financial instruments and strategies discussed in this document may not be suitable for all investors and certain investors may not be eligible to purchase or participate in some or all of them. This report does not take under consideration the specific investment objectives, financial situation or needs of any particular investor. Investors who intend to purchase or trade the securities covered in this report must seek out the applicable information and documents in order to decide whether to invest in such securities. Investors must independently seek out financial, accounting, legal, economic and market guidance, based on their personal characteristics, before making any investment decision regarding the securities of the issuers analyzed in this report. Each investor must make the final investment decision based on a range of related risks, fees and commissions. In the event that a financial instrument is expressed in currencies other than the one used by the investor, exchange rate variations may adversely affect the price, value or profitability. Financial instrument yields may vary, ultimately increasing or decreasing the price or value of financial instruments, either directly or indirectly. Past performance is not necessarily indicative of future results, and this report does not ensure or guarantee, either expressly or implicitly, any possible future performance or any other aspect thereof.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and its affiliated companies may not be held liable for eventual losses, either direct or indirect, arising from the use of this report or its content. Upon using the content herein, investors undertake to irrevocably and irreparably hold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and/or any of its affiliated companies harmless against any claims, complaints, and/or losses.</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This report may not be reproduced or redistributed to third parties, either in whole or in part, for any reason whatsoever, without prior written consent from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This report and its contents are confidential. </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In accordance with the rules of the Brazilian Securities and Exchange Commission, the analysts responsible for this report have described scenarios of potential conflict of interest in the “Relevant Information” chart below.</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is not party to an agreement with the issuer(s) relating to the production of this report.</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The description of the internal organizational and administrative arrangements and of the information barriers in place for the prevention and avoidance of conflicts of interest with respect to the production of research reports are available at </a:t>
            </a:r>
            <a:r>
              <a:rPr lang="en-US" sz="700" spc="-10" dirty="0">
                <a:solidFill>
                  <a:schemeClr val="tx2"/>
                </a:solidFill>
                <a:effectLst/>
                <a:latin typeface="Arial" panose="020B0604020202020204" pitchFamily="34" charset="0"/>
                <a:ea typeface="Times New Roman" panose="02020603050405020304" pitchFamily="18" charset="0"/>
                <a:cs typeface="Arial" panose="020B0604020202020204" pitchFamily="34" charset="0"/>
                <a:hlinkClick r:id="rId3">
                  <a:extLst>
                    <a:ext uri="{A12FA001-AC4F-418D-AE19-62706E023703}">
                      <ahyp:hlinkClr xmlns:ahyp="http://schemas.microsoft.com/office/drawing/2018/hyperlinkcolor" val="tx"/>
                    </a:ext>
                  </a:extLst>
                </a:hlinkClick>
              </a:rPr>
              <a:t>www.itaucorretora.com.br</a:t>
            </a:r>
            <a:r>
              <a:rPr lang="en-US" sz="700" spc="-10" dirty="0">
                <a:solidFill>
                  <a:schemeClr val="tx2"/>
                </a:solidFill>
                <a:effectLst/>
                <a:latin typeface="Arial" panose="020B0604020202020204" pitchFamily="34" charset="0"/>
                <a:ea typeface="Times New Roman" panose="02020603050405020304" pitchFamily="18" charset="0"/>
                <a:cs typeface="Arial" panose="020B0604020202020204" pitchFamily="34" charset="0"/>
              </a:rPr>
              <a:t>. </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Material information regarding the proprietary models used by Itaú </a:t>
            </a:r>
            <a:r>
              <a:rPr lang="en-US" sz="700"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are available at Itaú BBA Bloomberg page.</a:t>
            </a:r>
          </a:p>
          <a:p>
            <a:pPr marL="182563" lvl="0" indent="-182563" algn="just">
              <a:lnSpc>
                <a:spcPts val="700"/>
              </a:lnSpc>
              <a:spcAft>
                <a:spcPts val="400"/>
              </a:spcAft>
              <a:buFont typeface="+mj-lt"/>
              <a:buAutoNum type="arabicPeriod"/>
              <a:tabLst>
                <a:tab pos="160020" algn="l"/>
              </a:tabLst>
            </a:pPr>
            <a:r>
              <a:rPr lang="en-US" sz="700"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Other important regulatory information is available at </a:t>
            </a:r>
            <a:r>
              <a:rPr lang="en-US" sz="700" spc="-10" dirty="0">
                <a:solidFill>
                  <a:schemeClr val="tx2"/>
                </a:solidFill>
                <a:effectLst/>
                <a:latin typeface="Arial" panose="020B0604020202020204" pitchFamily="34" charset="0"/>
                <a:ea typeface="Times New Roman" panose="02020603050405020304" pitchFamily="18" charset="0"/>
                <a:cs typeface="Arial" panose="020B0604020202020204" pitchFamily="34" charset="0"/>
                <a:hlinkClick r:id="rId4">
                  <a:extLst>
                    <a:ext uri="{A12FA001-AC4F-418D-AE19-62706E023703}">
                      <ahyp:hlinkClr xmlns:ahyp="http://schemas.microsoft.com/office/drawing/2018/hyperlinkcolor" val="tx"/>
                    </a:ext>
                  </a:extLst>
                </a:hlinkClick>
              </a:rPr>
              <a:t>https://disclosure.cloud.itau.com.br</a:t>
            </a:r>
            <a:r>
              <a:rPr lang="en-US" sz="700" spc="-10" dirty="0">
                <a:solidFill>
                  <a:schemeClr val="tx2"/>
                </a:solidFill>
                <a:effectLst/>
                <a:latin typeface="Arial" panose="020B0604020202020204" pitchFamily="34" charset="0"/>
                <a:ea typeface="Times New Roman" panose="02020603050405020304" pitchFamily="18" charset="0"/>
                <a:cs typeface="Arial" panose="020B0604020202020204" pitchFamily="34" charset="0"/>
              </a:rPr>
              <a:t> </a:t>
            </a:r>
          </a:p>
        </p:txBody>
      </p:sp>
      <p:sp>
        <p:nvSpPr>
          <p:cNvPr id="10" name="object 4">
            <a:extLst>
              <a:ext uri="{FF2B5EF4-FFF2-40B4-BE49-F238E27FC236}">
                <a16:creationId xmlns:a16="http://schemas.microsoft.com/office/drawing/2014/main" id="{FE685A85-2732-C135-C0E2-D5D94B94AA5F}"/>
              </a:ext>
            </a:extLst>
          </p:cNvPr>
          <p:cNvSpPr txBox="1"/>
          <p:nvPr/>
        </p:nvSpPr>
        <p:spPr>
          <a:xfrm>
            <a:off x="5869866" y="882972"/>
            <a:ext cx="6003926" cy="3872855"/>
          </a:xfrm>
          <a:prstGeom prst="rect">
            <a:avLst/>
          </a:prstGeom>
        </p:spPr>
        <p:txBody>
          <a:bodyPr vert="horz" wrap="square" lIns="0" tIns="12700" rIns="0" bIns="0" rtlCol="0">
            <a:spAutoFit/>
          </a:bodyPr>
          <a:lstStyle/>
          <a:p>
            <a:pPr marL="12700" marR="5080" algn="just">
              <a:lnSpc>
                <a:spcPts val="700"/>
              </a:lnSpc>
              <a:spcBef>
                <a:spcPts val="100"/>
              </a:spcBef>
              <a:spcAft>
                <a:spcPts val="100"/>
              </a:spcAft>
            </a:pP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Additional note for reports distributed in the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i</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United Kingdom: This material has been prepared by Itau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for informational purposes only and it does not constitute  or should be construed as a proposal for request to enter into any financial instrument or to participate in any specific business trading strategy. The financial instruments discussed in this material may not be suitable for all investors and are directed solely at Eligible Counterparties and Professional Clients, as defined by the Financial Conduct Authority. This material does not take into  consideration the objectives, financial situation or specific needs of any particular client. Clients must independently obtain financial, legal, tax, accounting, economic, credit, and market advice on an individual basis, based on their personal characteristics and objectives, prior to making any decision based on the information contained herein. By accessing this material, you confirm that you are aware of the laws in your jurisdiction relating to the provision and sale of financial service products. You acknowledge that this material contains proprietary information and you are required to keep this information confidential. Itau BBA International plc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IBBAInt</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exempts itself from any liability for any losses, whether direct or indirect, which may arise from the use of this material and is under no obligation to update the information contained in this material. Additionally, you confirm that you understand the risks related to the financial instruments discussed in this material. Due to international regulations, not all financial services/instruments may be available to all clients. You should be aware of and observe any such restrictions when considering a potential investment decisions. Past performance and forecast are not a reliable indicator of future results. The information contained herein has been obtained from internal and external sources, and is believed to be reliable as of the date in which this material was issued, however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IBBAInt</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does not make any representation or warranty as to the completeness, reliability or accuracy of information obtained by third parties or public sources. Additional information relative to the financial products discussed in this material is available upon request. Itau BBA International plc has its registered offices at 100 Liverpool Street, Level 2, London, EC2M 2AT, United Kingdom, and is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authorised</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by the Prudential Regulation Authority and regulated by the Financial Conduct Authority and the Prudential Regulation Authority (FRN 575225). For any queries please contact your relationship manager; (ii) European Economic Area: this report is distributed in the EEA by Itaú BBA Europe, S.A. (“IBBA Europe”), an affiliate of Itaú Unibanco with registered offices at Rua Tierno Galvan, Torre III, 11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piso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Lisbon, Portugal,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authorised</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as a credit institution by the Bank of Portugal (registration number 195), and as a financial intermediary by the Portuguese Securities Market Commission – CMVM (registration number 396). This material is informational only and shall not be construed as a proposal to trade with financial instruments, nor any kind of personal recommendation of advice. This material is directed solely at Professional Clients and Eligible Counterparties (as defined by Article 4, 1, (10) and Article 30 of Directive 2014/65/EU - MiFID II), who possess the experience, knowledge and expertise to make its own investment decisions and properly assess the risks that they incur. Relevant information regarding conflicts of interest contained in this material apply to IBBA Europe as an affiliate of Itaú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IBBA Europe does not exercise discretion as to the selection of the research reports to disseminate and exempts itself from any liability for any losses, whether direct or indirect, which may arise from the use of this material and/or its content and has no obligation to update the information contained in this material. The financial instruments/services discussed in this material may not be available to all clients and/or in their respective jurisdictions. Additional information about the financial instruments discussed in this material are available upon request (iii) USA: Itaú BBA USA Securities, Inc., a FINRA registered Broker Dealer and an SIPC member, is responsible for distributing this report and the content herein. Any U.S. investor who receives this report and intends to trade any of the securities addressed herein must do so through Itau BBA USA Securities, Inc. at 540 Madison Avenue, 24th Floor, New York, NY 10022; (iv) Brazil: Itaú Corretora de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Valores</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a subsidiary of Itaú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is authorized by the Central Bank of Brazil and sanctioned by the CVM to distribute this report. Contact the Customer Service channel for more information: 4004-3131* (capital and metropolitan regions) or 0800-722-3131 (other locations) during business hours (BRT). If additional service is required after contacting the aforementioned channels, contact: 0800-570-0011 (business hours) or write to P.O. Box 67.600, São Paulo – SP, CEP (Postal Code) 03162-971.* (local costs apply); v) México: This research report is distributed in Mexico by Itaú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and by third parties that may be authorized by Itaú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from time to time. This research report shall not be construed to constitute any of the following activities under the jurisdiction of Mexico: (a) issue, market, advertise, commercialize, offer advice, recommend, solicitate and/or promote financial products and/or services of [Itaú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its affiliates and/or subsidiaries], and/or of any third party, (b) offer to buy or sell any financial instrument or security, (c) participate in any particular trading strategy, and/or (d) intend to carry out any activity or service reserved to regulated entities by the Mexican financial laws. This research report has not been reviewed and/or approved by the Mexican National Banking and Securities Commission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Comisión</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Nacional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Bancaria</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y de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Valores</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By reviewing this research report, you accept that you (a) are the sole responsible for taking any action or omitting to take any action in connection with the relevant securities, including but not limited to stocks, bonds, derivatives, warrants, options, and swaps, (b) must conduct your own independent appraisal regarding the relevant securities, and (c) release [Itaú </a:t>
            </a:r>
            <a:r>
              <a:rPr lang="en-US" sz="650" b="1" spc="-10" dirty="0" err="1">
                <a:solidFill>
                  <a:srgbClr val="646464"/>
                </a:solidFill>
                <a:effectLst/>
                <a:latin typeface="Arial" panose="020B0604020202020204" pitchFamily="34" charset="0"/>
                <a:ea typeface="Times New Roman" panose="02020603050405020304" pitchFamily="18" charset="0"/>
                <a:cs typeface="Arial" panose="020B0604020202020204" pitchFamily="34" charset="0"/>
              </a:rPr>
              <a:t>Unibanco</a:t>
            </a:r>
            <a:r>
              <a:rPr lang="en-US" sz="650" b="1" spc="-10" dirty="0">
                <a:solidFill>
                  <a:srgbClr val="646464"/>
                </a:solidFill>
                <a:effectLst/>
                <a:latin typeface="Arial" panose="020B0604020202020204" pitchFamily="34" charset="0"/>
                <a:ea typeface="Times New Roman" panose="02020603050405020304" pitchFamily="18" charset="0"/>
                <a:cs typeface="Arial" panose="020B0604020202020204" pitchFamily="34" charset="0"/>
              </a:rPr>
              <a:t>, S.A., its affiliates and/or subsidiaries] from any and all liability in connection with any action taken or omitted to be taken by you, in connection with the relevant securities.</a:t>
            </a:r>
            <a:endParaRPr lang="en-US" sz="650" dirty="0">
              <a:solidFill>
                <a:srgbClr val="646464"/>
              </a:solidFill>
              <a:latin typeface="Arial" panose="020B0604020202020204" pitchFamily="34" charset="0"/>
              <a:cs typeface="Arial" panose="020B0604020202020204" pitchFamily="34" charset="0"/>
            </a:endParaRPr>
          </a:p>
        </p:txBody>
      </p:sp>
      <p:sp>
        <p:nvSpPr>
          <p:cNvPr id="11" name="object 5">
            <a:extLst>
              <a:ext uri="{FF2B5EF4-FFF2-40B4-BE49-F238E27FC236}">
                <a16:creationId xmlns:a16="http://schemas.microsoft.com/office/drawing/2014/main" id="{4DE07091-DA80-8D85-175D-20CAE4CA7278}"/>
              </a:ext>
            </a:extLst>
          </p:cNvPr>
          <p:cNvSpPr txBox="1"/>
          <p:nvPr/>
        </p:nvSpPr>
        <p:spPr>
          <a:xfrm>
            <a:off x="5856458" y="4764787"/>
            <a:ext cx="2162881" cy="151323"/>
          </a:xfrm>
          <a:prstGeom prst="rect">
            <a:avLst/>
          </a:prstGeom>
        </p:spPr>
        <p:txBody>
          <a:bodyPr vert="horz" wrap="square" lIns="0" tIns="12700" rIns="0" bIns="0" rtlCol="0">
            <a:spAutoFit/>
          </a:bodyPr>
          <a:lstStyle/>
          <a:p>
            <a:pPr marL="12700">
              <a:lnSpc>
                <a:spcPct val="100000"/>
              </a:lnSpc>
              <a:spcBef>
                <a:spcPts val="100"/>
              </a:spcBef>
            </a:pPr>
            <a:r>
              <a:rPr sz="900" b="1" dirty="0">
                <a:solidFill>
                  <a:srgbClr val="FF5500"/>
                </a:solidFill>
                <a:latin typeface="Arial" panose="020B0604020202020204" pitchFamily="34" charset="0"/>
                <a:cs typeface="Arial" panose="020B0604020202020204" pitchFamily="34" charset="0"/>
              </a:rPr>
              <a:t>Relevant Information – Analysts</a:t>
            </a:r>
            <a:endParaRPr sz="900" dirty="0">
              <a:solidFill>
                <a:srgbClr val="FF5500"/>
              </a:solidFill>
              <a:latin typeface="Arial" panose="020B0604020202020204" pitchFamily="34" charset="0"/>
              <a:cs typeface="Arial" panose="020B0604020202020204" pitchFamily="34" charset="0"/>
            </a:endParaRPr>
          </a:p>
        </p:txBody>
      </p:sp>
      <p:graphicFrame>
        <p:nvGraphicFramePr>
          <p:cNvPr id="12" name="object 13">
            <a:extLst>
              <a:ext uri="{FF2B5EF4-FFF2-40B4-BE49-F238E27FC236}">
                <a16:creationId xmlns:a16="http://schemas.microsoft.com/office/drawing/2014/main" id="{70E9CBB5-6328-C0E9-E8BD-93ADDF644151}"/>
              </a:ext>
            </a:extLst>
          </p:cNvPr>
          <p:cNvGraphicFramePr>
            <a:graphicFrameLocks noGrp="1"/>
          </p:cNvGraphicFramePr>
          <p:nvPr>
            <p:extLst>
              <p:ext uri="{D42A27DB-BD31-4B8C-83A1-F6EECF244321}">
                <p14:modId xmlns:p14="http://schemas.microsoft.com/office/powerpoint/2010/main" val="3890829335"/>
              </p:ext>
            </p:extLst>
          </p:nvPr>
        </p:nvGraphicFramePr>
        <p:xfrm>
          <a:off x="5869866" y="4943924"/>
          <a:ext cx="6003926" cy="878210"/>
        </p:xfrm>
        <a:graphic>
          <a:graphicData uri="http://schemas.openxmlformats.org/drawingml/2006/table">
            <a:tbl>
              <a:tblPr firstRow="1" bandRow="1">
                <a:tableStyleId>{2D5ABB26-0587-4C30-8999-92F81FD0307C}</a:tableStyleId>
              </a:tblPr>
              <a:tblGrid>
                <a:gridCol w="1419506">
                  <a:extLst>
                    <a:ext uri="{9D8B030D-6E8A-4147-A177-3AD203B41FA5}">
                      <a16:colId xmlns:a16="http://schemas.microsoft.com/office/drawing/2014/main" val="20000"/>
                    </a:ext>
                  </a:extLst>
                </a:gridCol>
                <a:gridCol w="916884">
                  <a:extLst>
                    <a:ext uri="{9D8B030D-6E8A-4147-A177-3AD203B41FA5}">
                      <a16:colId xmlns:a16="http://schemas.microsoft.com/office/drawing/2014/main" val="20001"/>
                    </a:ext>
                  </a:extLst>
                </a:gridCol>
                <a:gridCol w="916884">
                  <a:extLst>
                    <a:ext uri="{9D8B030D-6E8A-4147-A177-3AD203B41FA5}">
                      <a16:colId xmlns:a16="http://schemas.microsoft.com/office/drawing/2014/main" val="20002"/>
                    </a:ext>
                  </a:extLst>
                </a:gridCol>
                <a:gridCol w="916884">
                  <a:extLst>
                    <a:ext uri="{9D8B030D-6E8A-4147-A177-3AD203B41FA5}">
                      <a16:colId xmlns:a16="http://schemas.microsoft.com/office/drawing/2014/main" val="20003"/>
                    </a:ext>
                  </a:extLst>
                </a:gridCol>
                <a:gridCol w="916884">
                  <a:extLst>
                    <a:ext uri="{9D8B030D-6E8A-4147-A177-3AD203B41FA5}">
                      <a16:colId xmlns:a16="http://schemas.microsoft.com/office/drawing/2014/main" val="20004"/>
                    </a:ext>
                  </a:extLst>
                </a:gridCol>
                <a:gridCol w="916884">
                  <a:extLst>
                    <a:ext uri="{9D8B030D-6E8A-4147-A177-3AD203B41FA5}">
                      <a16:colId xmlns:a16="http://schemas.microsoft.com/office/drawing/2014/main" val="205708973"/>
                    </a:ext>
                  </a:extLst>
                </a:gridCol>
              </a:tblGrid>
              <a:tr h="175642">
                <a:tc rowSpan="2">
                  <a:txBody>
                    <a:bodyPr/>
                    <a:lstStyle/>
                    <a:p>
                      <a:pPr>
                        <a:lnSpc>
                          <a:spcPct val="100000"/>
                        </a:lnSpc>
                        <a:spcBef>
                          <a:spcPts val="10"/>
                        </a:spcBef>
                      </a:pPr>
                      <a:r>
                        <a:rPr lang="pt-BR" sz="750" spc="0" baseline="0" dirty="0" err="1">
                          <a:solidFill>
                            <a:schemeClr val="bg1"/>
                          </a:solidFill>
                          <a:latin typeface="Arial" panose="020B0604020202020204" pitchFamily="34" charset="0"/>
                          <a:cs typeface="Arial" panose="020B0604020202020204" pitchFamily="34" charset="0"/>
                        </a:rPr>
                        <a:t>Analysts</a:t>
                      </a:r>
                      <a:endParaRPr sz="750" spc="0" baseline="0" dirty="0">
                        <a:solidFill>
                          <a:schemeClr val="bg1"/>
                        </a:solidFill>
                        <a:latin typeface="Arial" panose="020B0604020202020204" pitchFamily="34" charset="0"/>
                        <a:cs typeface="Arial" panose="020B0604020202020204" pitchFamily="34" charset="0"/>
                      </a:endParaRPr>
                    </a:p>
                  </a:txBody>
                  <a:tcPr marL="72000" marR="0" marT="19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gridSpan="4">
                  <a:txBody>
                    <a:bodyPr/>
                    <a:lstStyle/>
                    <a:p>
                      <a:pPr marL="5080" algn="ctr">
                        <a:lnSpc>
                          <a:spcPct val="100000"/>
                        </a:lnSpc>
                        <a:spcBef>
                          <a:spcPts val="234"/>
                        </a:spcBef>
                      </a:pPr>
                      <a:r>
                        <a:rPr sz="750" b="1" spc="0" baseline="0" dirty="0">
                          <a:solidFill>
                            <a:schemeClr val="bg1"/>
                          </a:solidFill>
                          <a:latin typeface="Arial" panose="020B0604020202020204" pitchFamily="34" charset="0"/>
                          <a:cs typeface="Arial" panose="020B0604020202020204" pitchFamily="34" charset="0"/>
                        </a:rPr>
                        <a:t>Disclosure Items</a:t>
                      </a: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pPr marL="5080" algn="ctr">
                        <a:lnSpc>
                          <a:spcPct val="100000"/>
                        </a:lnSpc>
                        <a:spcBef>
                          <a:spcPts val="234"/>
                        </a:spcBef>
                      </a:pPr>
                      <a:endParaRPr sz="750" spc="0" baseline="0" dirty="0">
                        <a:latin typeface="Itau Display" pitchFamily="34" charset="0"/>
                        <a:cs typeface="Itau Display" pitchFamily="34" charset="0"/>
                      </a:endParaRPr>
                    </a:p>
                  </a:txBody>
                  <a:tcPr marL="0" marR="0" marT="29844" marB="0">
                    <a:lnL w="12700" cap="flat" cmpd="sng" algn="ctr">
                      <a:solidFill>
                        <a:srgbClr val="CDD7E9"/>
                      </a:solidFill>
                      <a:prstDash val="solid"/>
                      <a:round/>
                      <a:headEnd type="none" w="med" len="med"/>
                      <a:tailEnd type="none" w="med" len="med"/>
                    </a:lnL>
                    <a:lnR w="12700" cap="flat" cmpd="sng" algn="ctr">
                      <a:solidFill>
                        <a:srgbClr val="CDD7E9"/>
                      </a:solidFill>
                      <a:prstDash val="solid"/>
                      <a:round/>
                      <a:headEnd type="none" w="med" len="med"/>
                      <a:tailEnd type="none" w="med" len="med"/>
                    </a:lnR>
                    <a:lnT w="12700" cap="flat" cmpd="sng" algn="ctr">
                      <a:solidFill>
                        <a:srgbClr val="CDD7E9"/>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D7E9"/>
                    </a:solidFill>
                  </a:tcPr>
                </a:tc>
                <a:tc hMerge="1">
                  <a:txBody>
                    <a:bodyPr/>
                    <a:lstStyle/>
                    <a:p>
                      <a:pPr marL="5080" algn="ctr">
                        <a:lnSpc>
                          <a:spcPct val="100000"/>
                        </a:lnSpc>
                        <a:spcBef>
                          <a:spcPts val="234"/>
                        </a:spcBef>
                      </a:pPr>
                      <a:endParaRPr sz="750" spc="0" baseline="0" dirty="0">
                        <a:latin typeface="Itau Display" pitchFamily="34" charset="0"/>
                        <a:cs typeface="Itau Display" pitchFamily="34" charset="0"/>
                      </a:endParaRPr>
                    </a:p>
                  </a:txBody>
                  <a:tcPr marL="0" marR="0" marT="29844" marB="0">
                    <a:lnL w="12700" cap="flat" cmpd="sng" algn="ctr">
                      <a:solidFill>
                        <a:srgbClr val="CDD7E9"/>
                      </a:solidFill>
                      <a:prstDash val="solid"/>
                      <a:round/>
                      <a:headEnd type="none" w="med" len="med"/>
                      <a:tailEnd type="none" w="med" len="med"/>
                    </a:lnL>
                    <a:lnR w="12700" cap="flat" cmpd="sng" algn="ctr">
                      <a:solidFill>
                        <a:srgbClr val="CDD7E9"/>
                      </a:solidFill>
                      <a:prstDash val="solid"/>
                      <a:round/>
                      <a:headEnd type="none" w="med" len="med"/>
                      <a:tailEnd type="none" w="med" len="med"/>
                    </a:lnR>
                    <a:lnT w="12700" cap="flat" cmpd="sng" algn="ctr">
                      <a:solidFill>
                        <a:srgbClr val="CDD7E9"/>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D7E9"/>
                    </a:solidFill>
                  </a:tcPr>
                </a:tc>
                <a:tc hMerge="1">
                  <a:txBody>
                    <a:bodyPr/>
                    <a:lstStyle/>
                    <a:p>
                      <a:pPr marL="5080" algn="ctr">
                        <a:lnSpc>
                          <a:spcPct val="100000"/>
                        </a:lnSpc>
                        <a:spcBef>
                          <a:spcPts val="234"/>
                        </a:spcBef>
                      </a:pPr>
                      <a:endParaRPr sz="750" spc="0" baseline="0" dirty="0">
                        <a:latin typeface="Itau Display" pitchFamily="34" charset="0"/>
                        <a:cs typeface="Itau Display" pitchFamily="34" charset="0"/>
                      </a:endParaRPr>
                    </a:p>
                  </a:txBody>
                  <a:tcPr marL="0" marR="0" marT="29844" marB="0">
                    <a:lnL w="12700" cap="flat" cmpd="sng" algn="ctr">
                      <a:solidFill>
                        <a:srgbClr val="CDD7E9"/>
                      </a:solidFill>
                      <a:prstDash val="solid"/>
                      <a:round/>
                      <a:headEnd type="none" w="med" len="med"/>
                      <a:tailEnd type="none" w="med" len="med"/>
                    </a:lnL>
                    <a:lnR w="12700" cap="flat" cmpd="sng" algn="ctr">
                      <a:solidFill>
                        <a:srgbClr val="CDD7E9"/>
                      </a:solidFill>
                      <a:prstDash val="solid"/>
                      <a:round/>
                      <a:headEnd type="none" w="med" len="med"/>
                      <a:tailEnd type="none" w="med" len="med"/>
                    </a:lnR>
                    <a:lnT w="12700" cap="flat" cmpd="sng" algn="ctr">
                      <a:solidFill>
                        <a:srgbClr val="CDD7E9"/>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DD7E9"/>
                    </a:solidFill>
                  </a:tcPr>
                </a:tc>
                <a:tc rowSpan="2">
                  <a:txBody>
                    <a:bodyPr/>
                    <a:lstStyle/>
                    <a:p>
                      <a:pPr marL="5080" algn="ctr">
                        <a:lnSpc>
                          <a:spcPct val="100000"/>
                        </a:lnSpc>
                        <a:spcBef>
                          <a:spcPts val="234"/>
                        </a:spcBef>
                      </a:pPr>
                      <a:r>
                        <a:rPr lang="pt-BR" sz="750" spc="0" baseline="0" dirty="0">
                          <a:solidFill>
                            <a:schemeClr val="bg1"/>
                          </a:solidFill>
                          <a:latin typeface="Arial" panose="020B0604020202020204" pitchFamily="34" charset="0"/>
                          <a:cs typeface="Arial" panose="020B0604020202020204" pitchFamily="34" charset="0"/>
                        </a:rPr>
                        <a:t>CNPI</a:t>
                      </a: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0"/>
                  </a:ext>
                </a:extLst>
              </a:tr>
              <a:tr h="175642">
                <a:tc vMerge="1">
                  <a:txBody>
                    <a:bodyPr/>
                    <a:lstStyle/>
                    <a:p>
                      <a:pPr>
                        <a:lnSpc>
                          <a:spcPct val="100000"/>
                        </a:lnSpc>
                        <a:spcBef>
                          <a:spcPts val="10"/>
                        </a:spcBef>
                      </a:pPr>
                      <a:endParaRPr sz="750" spc="0" baseline="0" dirty="0">
                        <a:latin typeface="Itau Display" pitchFamily="34" charset="0"/>
                        <a:cs typeface="Itau Display" pitchFamily="34" charset="0"/>
                      </a:endParaRPr>
                    </a:p>
                  </a:txBody>
                  <a:tcPr marL="0" marR="0" marT="1905" marB="0">
                    <a:lnL w="12700" cap="flat" cmpd="sng" algn="ctr">
                      <a:solidFill>
                        <a:srgbClr val="5F6062"/>
                      </a:solidFill>
                      <a:prstDash val="solid"/>
                      <a:round/>
                      <a:headEnd type="none" w="med" len="med"/>
                      <a:tailEnd type="none" w="med" len="med"/>
                    </a:lnL>
                    <a:lnR w="12700" cap="flat" cmpd="sng" algn="ctr">
                      <a:solidFill>
                        <a:srgbClr val="5F6062"/>
                      </a:solidFill>
                      <a:prstDash val="solid"/>
                      <a:round/>
                      <a:headEnd type="none" w="med" len="med"/>
                      <a:tailEnd type="none" w="med" len="med"/>
                    </a:lnR>
                    <a:lnT w="12700" cap="flat" cmpd="sng" algn="ctr">
                      <a:solidFill>
                        <a:srgbClr val="5F6062"/>
                      </a:solidFill>
                      <a:prstDash val="solid"/>
                      <a:round/>
                      <a:headEnd type="none" w="med" len="med"/>
                      <a:tailEnd type="none" w="med" len="med"/>
                    </a:lnT>
                    <a:lnB w="12700" cap="flat" cmpd="sng" algn="ctr">
                      <a:solidFill>
                        <a:srgbClr val="5F6062"/>
                      </a:solidFill>
                      <a:prstDash val="solid"/>
                      <a:round/>
                      <a:headEnd type="none" w="med" len="med"/>
                      <a:tailEnd type="none" w="med" len="med"/>
                    </a:lnB>
                  </a:tcPr>
                </a:tc>
                <a:tc>
                  <a:txBody>
                    <a:bodyPr/>
                    <a:lstStyle/>
                    <a:p>
                      <a:pPr marL="5715" algn="ctr">
                        <a:lnSpc>
                          <a:spcPct val="100000"/>
                        </a:lnSpc>
                        <a:spcBef>
                          <a:spcPts val="234"/>
                        </a:spcBef>
                      </a:pPr>
                      <a:r>
                        <a:rPr sz="750" b="1" spc="0" baseline="0" dirty="0">
                          <a:solidFill>
                            <a:schemeClr val="bg1"/>
                          </a:solidFill>
                          <a:latin typeface="Arial" panose="020B0604020202020204" pitchFamily="34" charset="0"/>
                          <a:cs typeface="Arial" panose="020B0604020202020204" pitchFamily="34" charset="0"/>
                        </a:rPr>
                        <a:t>1</a:t>
                      </a: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5715" algn="ctr">
                        <a:lnSpc>
                          <a:spcPct val="100000"/>
                        </a:lnSpc>
                        <a:spcBef>
                          <a:spcPts val="234"/>
                        </a:spcBef>
                      </a:pPr>
                      <a:r>
                        <a:rPr sz="750" b="1" spc="0" baseline="0" dirty="0">
                          <a:solidFill>
                            <a:schemeClr val="bg1"/>
                          </a:solidFill>
                          <a:latin typeface="Arial" panose="020B0604020202020204" pitchFamily="34" charset="0"/>
                          <a:cs typeface="Arial" panose="020B0604020202020204" pitchFamily="34" charset="0"/>
                        </a:rPr>
                        <a:t>2</a:t>
                      </a: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5080" algn="ctr">
                        <a:lnSpc>
                          <a:spcPct val="100000"/>
                        </a:lnSpc>
                        <a:spcBef>
                          <a:spcPts val="234"/>
                        </a:spcBef>
                      </a:pPr>
                      <a:r>
                        <a:rPr sz="750" b="1" spc="0" baseline="0" dirty="0">
                          <a:solidFill>
                            <a:schemeClr val="bg1"/>
                          </a:solidFill>
                          <a:latin typeface="Arial" panose="020B0604020202020204" pitchFamily="34" charset="0"/>
                          <a:cs typeface="Arial" panose="020B0604020202020204" pitchFamily="34" charset="0"/>
                        </a:rPr>
                        <a:t>3</a:t>
                      </a: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4445" algn="ctr">
                        <a:lnSpc>
                          <a:spcPct val="100000"/>
                        </a:lnSpc>
                        <a:spcBef>
                          <a:spcPts val="234"/>
                        </a:spcBef>
                      </a:pPr>
                      <a:r>
                        <a:rPr sz="750" b="1" spc="0" baseline="0" dirty="0">
                          <a:solidFill>
                            <a:schemeClr val="bg1"/>
                          </a:solidFill>
                          <a:latin typeface="Arial" panose="020B0604020202020204" pitchFamily="34" charset="0"/>
                          <a:cs typeface="Arial" panose="020B0604020202020204" pitchFamily="34" charset="0"/>
                        </a:rPr>
                        <a:t>4</a:t>
                      </a: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vMerge="1">
                  <a:txBody>
                    <a:bodyPr/>
                    <a:lstStyle/>
                    <a:p>
                      <a:pPr marL="4445" algn="ctr">
                        <a:lnSpc>
                          <a:spcPct val="100000"/>
                        </a:lnSpc>
                        <a:spcBef>
                          <a:spcPts val="234"/>
                        </a:spcBef>
                      </a:pPr>
                      <a:endParaRPr sz="750" spc="0" baseline="0" dirty="0">
                        <a:solidFill>
                          <a:schemeClr val="bg1"/>
                        </a:solidFill>
                        <a:latin typeface="Arial" panose="020B0604020202020204" pitchFamily="34" charset="0"/>
                        <a:cs typeface="Arial" panose="020B0604020202020204" pitchFamily="34" charset="0"/>
                      </a:endParaRPr>
                    </a:p>
                  </a:txBody>
                  <a:tcPr marL="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1"/>
                  </a:ext>
                </a:extLst>
              </a:tr>
              <a:tr h="175642">
                <a:tc>
                  <a:txBody>
                    <a:bodyPr/>
                    <a:lstStyle/>
                    <a:p>
                      <a:pPr>
                        <a:lnSpc>
                          <a:spcPct val="100000"/>
                        </a:lnSpc>
                        <a:spcBef>
                          <a:spcPts val="10"/>
                        </a:spcBef>
                      </a:pPr>
                      <a:r>
                        <a:rPr lang="pt-BR" sz="750" spc="0" baseline="0" dirty="0">
                          <a:solidFill>
                            <a:srgbClr val="646464"/>
                          </a:solidFill>
                          <a:latin typeface="Arial" panose="020B0604020202020204" pitchFamily="34" charset="0"/>
                          <a:ea typeface="+mn-ea"/>
                          <a:cs typeface="Arial" panose="020B0604020202020204" pitchFamily="34" charset="0"/>
                        </a:rPr>
                        <a:t>Gustavo Troyano</a:t>
                      </a:r>
                      <a:endParaRPr sz="750" spc="0" baseline="0" dirty="0">
                        <a:solidFill>
                          <a:srgbClr val="646464"/>
                        </a:solidFill>
                        <a:latin typeface="Arial" panose="020B0604020202020204" pitchFamily="34" charset="0"/>
                        <a:ea typeface="+mn-ea"/>
                        <a:cs typeface="Arial" panose="020B0604020202020204" pitchFamily="34" charset="0"/>
                      </a:endParaRPr>
                    </a:p>
                  </a:txBody>
                  <a:tcPr marL="72000" marR="0" marT="19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00000"/>
                        </a:lnSpc>
                      </a:pPr>
                      <a:r>
                        <a:rPr lang="pt-BR" sz="600" spc="0" baseline="0" dirty="0">
                          <a:solidFill>
                            <a:srgbClr val="646464"/>
                          </a:solidFill>
                          <a:latin typeface="Arial" panose="020B0604020202020204" pitchFamily="34" charset="0"/>
                          <a:cs typeface="Arial" panose="020B0604020202020204" pitchFamily="34" charset="0"/>
                        </a:rPr>
                        <a:t>OK</a:t>
                      </a:r>
                      <a:endParaRPr sz="600" spc="0" baseline="0" dirty="0">
                        <a:solidFill>
                          <a:srgbClr val="646464"/>
                        </a:solidFill>
                        <a:latin typeface="Arial" panose="020B0604020202020204" pitchFamily="34" charset="0"/>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175642">
                <a:tc>
                  <a:txBody>
                    <a:bodyPr/>
                    <a:lstStyle/>
                    <a:p>
                      <a:pPr marL="0" marR="0" lvl="0" indent="0" algn="l" defTabSz="914400" rtl="0" eaLnBrk="1" fontAlgn="auto" latinLnBrk="0" hangingPunct="1">
                        <a:lnSpc>
                          <a:spcPct val="100000"/>
                        </a:lnSpc>
                        <a:spcBef>
                          <a:spcPts val="10"/>
                        </a:spcBef>
                        <a:spcAft>
                          <a:spcPts val="0"/>
                        </a:spcAft>
                        <a:buClrTx/>
                        <a:buSzTx/>
                        <a:buFontTx/>
                        <a:buNone/>
                        <a:tabLst/>
                        <a:defRPr/>
                      </a:pPr>
                      <a:r>
                        <a:rPr lang="pt-BR" sz="750" spc="0" baseline="0" dirty="0">
                          <a:solidFill>
                            <a:srgbClr val="646464"/>
                          </a:solidFill>
                          <a:latin typeface="Arial" panose="020B0604020202020204" pitchFamily="34" charset="0"/>
                          <a:cs typeface="Arial" panose="020B0604020202020204" pitchFamily="34" charset="0"/>
                        </a:rPr>
                        <a:t>Bruno Tomazetto</a:t>
                      </a:r>
                    </a:p>
                  </a:txBody>
                  <a:tcPr marL="72000" marR="0" marT="19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00000"/>
                        </a:lnSpc>
                      </a:pPr>
                      <a:r>
                        <a:rPr lang="pt-BR" sz="600" spc="0" baseline="0" dirty="0">
                          <a:solidFill>
                            <a:srgbClr val="646464"/>
                          </a:solidFill>
                          <a:latin typeface="Arial" panose="020B0604020202020204" pitchFamily="34" charset="0"/>
                          <a:cs typeface="Arial" panose="020B0604020202020204" pitchFamily="34" charset="0"/>
                        </a:rPr>
                        <a:t>OK</a:t>
                      </a:r>
                      <a:endParaRPr sz="600" spc="0" baseline="0" dirty="0">
                        <a:solidFill>
                          <a:srgbClr val="646464"/>
                        </a:solidFill>
                        <a:latin typeface="Arial" panose="020B0604020202020204" pitchFamily="34" charset="0"/>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71793787"/>
                  </a:ext>
                </a:extLst>
              </a:tr>
              <a:tr h="175642">
                <a:tc>
                  <a:txBody>
                    <a:bodyPr/>
                    <a:lstStyle/>
                    <a:p>
                      <a:pPr marL="3175" indent="0">
                        <a:lnSpc>
                          <a:spcPct val="100000"/>
                        </a:lnSpc>
                        <a:spcBef>
                          <a:spcPts val="234"/>
                        </a:spcBef>
                      </a:pPr>
                      <a:r>
                        <a:rPr lang="pt-BR" sz="750" spc="0" baseline="0" dirty="0">
                          <a:solidFill>
                            <a:srgbClr val="646464"/>
                          </a:solidFill>
                          <a:latin typeface="Arial" panose="020B0604020202020204" pitchFamily="34" charset="0"/>
                          <a:cs typeface="Arial" panose="020B0604020202020204" pitchFamily="34" charset="0"/>
                        </a:rPr>
                        <a:t>Ryu Matsuyama</a:t>
                      </a:r>
                      <a:endParaRPr sz="750" spc="0" baseline="0" dirty="0">
                        <a:solidFill>
                          <a:srgbClr val="646464"/>
                        </a:solidFill>
                        <a:latin typeface="Arial" panose="020B0604020202020204" pitchFamily="34" charset="0"/>
                        <a:cs typeface="Arial" panose="020B0604020202020204" pitchFamily="34" charset="0"/>
                      </a:endParaRPr>
                    </a:p>
                  </a:txBody>
                  <a:tcPr marL="72000" marR="0" marT="29844"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sz="600" spc="0" baseline="0" dirty="0">
                        <a:solidFill>
                          <a:srgbClr val="646464"/>
                        </a:solidFill>
                        <a:latin typeface="Arial" panose="020B0604020202020204" pitchFamily="34" charset="0"/>
                        <a:cs typeface="Arial" panose="020B0604020202020204" pitchFamily="34"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00000"/>
                        </a:lnSpc>
                      </a:pPr>
                      <a:r>
                        <a:rPr lang="pt-BR" sz="600" spc="0" baseline="0" dirty="0">
                          <a:solidFill>
                            <a:srgbClr val="646464"/>
                          </a:solidFill>
                          <a:latin typeface="Arial" panose="020B0604020202020204" pitchFamily="34" charset="0"/>
                          <a:cs typeface="Arial" panose="020B0604020202020204" pitchFamily="34" charset="0"/>
                        </a:rPr>
                        <a:t>OK</a:t>
                      </a:r>
                      <a:endParaRPr sz="600" spc="0" baseline="0" dirty="0">
                        <a:solidFill>
                          <a:srgbClr val="646464"/>
                        </a:solidFill>
                        <a:latin typeface="Arial" panose="020B0604020202020204" pitchFamily="34" charset="0"/>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5"/>
                  </a:ext>
                </a:extLst>
              </a:tr>
            </a:tbl>
          </a:graphicData>
        </a:graphic>
      </p:graphicFrame>
      <p:sp>
        <p:nvSpPr>
          <p:cNvPr id="13" name="object 14">
            <a:extLst>
              <a:ext uri="{FF2B5EF4-FFF2-40B4-BE49-F238E27FC236}">
                <a16:creationId xmlns:a16="http://schemas.microsoft.com/office/drawing/2014/main" id="{B80A30B9-67F1-17F2-7E15-A8402BD287D6}"/>
              </a:ext>
            </a:extLst>
          </p:cNvPr>
          <p:cNvSpPr txBox="1"/>
          <p:nvPr/>
        </p:nvSpPr>
        <p:spPr>
          <a:xfrm>
            <a:off x="5869863" y="6053013"/>
            <a:ext cx="6003923" cy="630942"/>
          </a:xfrm>
          <a:prstGeom prst="rect">
            <a:avLst/>
          </a:prstGeom>
        </p:spPr>
        <p:txBody>
          <a:bodyPr vert="horz" wrap="square" lIns="0" tIns="30480" rIns="0" bIns="0" rtlCol="0">
            <a:spAutoFit/>
          </a:bodyPr>
          <a:lstStyle/>
          <a:p>
            <a:pPr marL="114300" lvl="0" indent="-114300">
              <a:buFont typeface="+mj-lt"/>
              <a:buAutoNum type="arabicPeriod"/>
            </a:pPr>
            <a:r>
              <a:rPr lang="en-US" sz="650" dirty="0">
                <a:solidFill>
                  <a:srgbClr val="646464"/>
                </a:solidFill>
                <a:latin typeface="Arial" panose="020B0604020202020204" pitchFamily="34" charset="0"/>
                <a:cs typeface="Arial" panose="020B0604020202020204" pitchFamily="34" charset="0"/>
              </a:rPr>
              <a:t>The securities analyst(s) involved in preparing this report are associated with individuals who work for the issuers addressed herein.</a:t>
            </a:r>
          </a:p>
          <a:p>
            <a:pPr marL="114300" lvl="0" indent="-114300">
              <a:buFont typeface="+mj-lt"/>
              <a:buAutoNum type="arabicPeriod"/>
            </a:pPr>
            <a:r>
              <a:rPr lang="en-US" sz="650" dirty="0">
                <a:solidFill>
                  <a:srgbClr val="646464"/>
                </a:solidFill>
                <a:latin typeface="Arial" panose="020B0604020202020204" pitchFamily="34" charset="0"/>
                <a:cs typeface="Arial" panose="020B0604020202020204" pitchFamily="34" charset="0"/>
              </a:rPr>
              <a:t>The securities analyst(s) spouse(s) or partner(s) hold, either directly or indirectly, on their own behalf or on behalf of third parties, stock and/or other securities discussed in this report.</a:t>
            </a:r>
          </a:p>
          <a:p>
            <a:pPr marL="114300" lvl="0" indent="-114300">
              <a:buFont typeface="+mj-lt"/>
              <a:buAutoNum type="arabicPeriod"/>
            </a:pPr>
            <a:r>
              <a:rPr lang="en-US" sz="650" dirty="0">
                <a:solidFill>
                  <a:srgbClr val="646464"/>
                </a:solidFill>
                <a:latin typeface="Arial" panose="020B0604020202020204" pitchFamily="34" charset="0"/>
                <a:cs typeface="Arial" panose="020B0604020202020204" pitchFamily="34" charset="0"/>
              </a:rPr>
              <a:t>The securities analyst(s), spouse(s) or partner(s) are directly or indirectly involved in the purchase, sale or intermediation of the securities discussed in this report.</a:t>
            </a:r>
          </a:p>
          <a:p>
            <a:pPr marL="114300" lvl="0" indent="-114300">
              <a:buFont typeface="+mj-lt"/>
              <a:buAutoNum type="arabicPeriod"/>
            </a:pPr>
            <a:r>
              <a:rPr lang="en-US" sz="650" dirty="0">
                <a:solidFill>
                  <a:srgbClr val="646464"/>
                </a:solidFill>
                <a:latin typeface="Arial" panose="020B0604020202020204" pitchFamily="34" charset="0"/>
                <a:cs typeface="Arial" panose="020B0604020202020204" pitchFamily="34" charset="0"/>
              </a:rPr>
              <a:t>The securities analyst(s), respective spouse(s) or partner(s) hold, either directly or indirectly, any financial interest related to the securities issuers analyzed in this report.</a:t>
            </a:r>
          </a:p>
        </p:txBody>
      </p:sp>
      <p:sp>
        <p:nvSpPr>
          <p:cNvPr id="15" name="object 5">
            <a:extLst>
              <a:ext uri="{FF2B5EF4-FFF2-40B4-BE49-F238E27FC236}">
                <a16:creationId xmlns:a16="http://schemas.microsoft.com/office/drawing/2014/main" id="{2E51B5B5-BBFF-0A5A-B9C2-F659D5A0BF18}"/>
              </a:ext>
            </a:extLst>
          </p:cNvPr>
          <p:cNvSpPr txBox="1"/>
          <p:nvPr/>
        </p:nvSpPr>
        <p:spPr>
          <a:xfrm>
            <a:off x="371475" y="102854"/>
            <a:ext cx="10817964" cy="305212"/>
          </a:xfrm>
          <a:prstGeom prst="rect">
            <a:avLst/>
          </a:prstGeom>
        </p:spPr>
        <p:txBody>
          <a:bodyPr vert="horz" wrap="square" lIns="0" tIns="12700" rIns="0" bIns="0" rtlCol="0">
            <a:spAutoFit/>
          </a:bodyPr>
          <a:lstStyle/>
          <a:p>
            <a:pPr marL="12700">
              <a:lnSpc>
                <a:spcPct val="100000"/>
              </a:lnSpc>
              <a:spcBef>
                <a:spcPts val="100"/>
              </a:spcBef>
            </a:pPr>
            <a:r>
              <a:rPr lang="pt-BR" sz="1900" b="1" dirty="0" err="1">
                <a:solidFill>
                  <a:srgbClr val="FF5500"/>
                </a:solidFill>
                <a:latin typeface="Arial" panose="020B0604020202020204" pitchFamily="34" charset="0"/>
                <a:cs typeface="Arial" panose="020B0604020202020204" pitchFamily="34" charset="0"/>
              </a:rPr>
              <a:t>Disclaimer</a:t>
            </a:r>
            <a:endParaRPr lang="pt-BR" sz="1900" dirty="0">
              <a:solidFill>
                <a:srgbClr val="FF5500"/>
              </a:solidFill>
              <a:latin typeface="Arial" panose="020B0604020202020204" pitchFamily="34" charset="0"/>
              <a:cs typeface="Arial" panose="020B0604020202020204" pitchFamily="34" charset="0"/>
            </a:endParaRPr>
          </a:p>
        </p:txBody>
      </p:sp>
      <p:sp>
        <p:nvSpPr>
          <p:cNvPr id="3" name="object 8">
            <a:extLst>
              <a:ext uri="{FF2B5EF4-FFF2-40B4-BE49-F238E27FC236}">
                <a16:creationId xmlns:a16="http://schemas.microsoft.com/office/drawing/2014/main" id="{D3CD8D0B-8050-6A7C-8BA0-A15486BA1B17}"/>
              </a:ext>
            </a:extLst>
          </p:cNvPr>
          <p:cNvSpPr txBox="1"/>
          <p:nvPr/>
        </p:nvSpPr>
        <p:spPr>
          <a:xfrm>
            <a:off x="371475" y="6609837"/>
            <a:ext cx="3696652" cy="120546"/>
          </a:xfrm>
          <a:prstGeom prst="rect">
            <a:avLst/>
          </a:prstGeom>
        </p:spPr>
        <p:txBody>
          <a:bodyPr vert="horz" wrap="square" lIns="0" tIns="12700" rIns="0" bIns="0" rtlCol="0">
            <a:spAutoFit/>
          </a:bodyPr>
          <a:lstStyle/>
          <a:p>
            <a:pPr marL="12700">
              <a:lnSpc>
                <a:spcPct val="100000"/>
              </a:lnSpc>
              <a:spcBef>
                <a:spcPts val="100"/>
              </a:spcBef>
            </a:pPr>
            <a:r>
              <a:rPr sz="700" dirty="0">
                <a:solidFill>
                  <a:srgbClr val="5F6162"/>
                </a:solidFill>
                <a:latin typeface="Arial" panose="020B0604020202020204" pitchFamily="34" charset="0"/>
                <a:cs typeface="Arial" panose="020B0604020202020204" pitchFamily="34" charset="0"/>
              </a:rPr>
              <a:t>Source: </a:t>
            </a:r>
            <a:r>
              <a:rPr sz="700" dirty="0" err="1">
                <a:solidFill>
                  <a:srgbClr val="5F6162"/>
                </a:solidFill>
                <a:latin typeface="Arial" panose="020B0604020202020204" pitchFamily="34" charset="0"/>
                <a:cs typeface="Arial" panose="020B0604020202020204" pitchFamily="34" charset="0"/>
              </a:rPr>
              <a:t>Ita</a:t>
            </a:r>
            <a:r>
              <a:rPr lang="pt-BR" sz="700" dirty="0">
                <a:solidFill>
                  <a:srgbClr val="5F6162"/>
                </a:solidFill>
                <a:latin typeface="Arial" panose="020B0604020202020204" pitchFamily="34" charset="0"/>
                <a:cs typeface="Arial" panose="020B0604020202020204" pitchFamily="34" charset="0"/>
              </a:rPr>
              <a:t>ú</a:t>
            </a:r>
            <a:r>
              <a:rPr sz="700" dirty="0">
                <a:solidFill>
                  <a:srgbClr val="5F6162"/>
                </a:solidFill>
                <a:latin typeface="Arial" panose="020B0604020202020204" pitchFamily="34" charset="0"/>
                <a:cs typeface="Arial" panose="020B0604020202020204" pitchFamily="34" charset="0"/>
              </a:rPr>
              <a:t> BBA</a:t>
            </a:r>
            <a:endParaRPr sz="7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2DABD889-95E7-6AD8-9DBE-B758772B97F4}"/>
              </a:ext>
            </a:extLst>
          </p:cNvPr>
          <p:cNvSpPr txBox="1"/>
          <p:nvPr/>
        </p:nvSpPr>
        <p:spPr>
          <a:xfrm>
            <a:off x="5827412" y="5860653"/>
            <a:ext cx="1819746" cy="192360"/>
          </a:xfrm>
          <a:prstGeom prst="rect">
            <a:avLst/>
          </a:prstGeom>
          <a:noFill/>
        </p:spPr>
        <p:txBody>
          <a:bodyPr wrap="square" rtlCol="0">
            <a:spAutoFit/>
          </a:bodyPr>
          <a:lstStyle/>
          <a:p>
            <a:r>
              <a:rPr lang="pt-BR" sz="650" dirty="0">
                <a:solidFill>
                  <a:srgbClr val="646464"/>
                </a:solidFill>
                <a:latin typeface="Arial" panose="020B0604020202020204" pitchFamily="34" charset="0"/>
                <a:cs typeface="Arial" panose="020B0604020202020204" pitchFamily="34" charset="0"/>
              </a:rPr>
              <a:t>*</a:t>
            </a:r>
            <a:r>
              <a:rPr lang="pt-BR" sz="650" dirty="0" err="1">
                <a:solidFill>
                  <a:srgbClr val="646464"/>
                </a:solidFill>
                <a:latin typeface="Arial" panose="020B0604020202020204" pitchFamily="34" charset="0"/>
                <a:cs typeface="Arial" panose="020B0604020202020204" pitchFamily="34" charset="0"/>
              </a:rPr>
              <a:t>Analyst</a:t>
            </a:r>
            <a:r>
              <a:rPr lang="pt-BR" sz="650" dirty="0">
                <a:solidFill>
                  <a:srgbClr val="646464"/>
                </a:solidFill>
                <a:latin typeface="Arial" panose="020B0604020202020204" pitchFamily="34" charset="0"/>
                <a:cs typeface="Arial" panose="020B0604020202020204" pitchFamily="34" charset="0"/>
              </a:rPr>
              <a:t> </a:t>
            </a:r>
            <a:r>
              <a:rPr lang="pt-BR" sz="650" dirty="0" err="1">
                <a:solidFill>
                  <a:srgbClr val="646464"/>
                </a:solidFill>
                <a:latin typeface="Arial" panose="020B0604020202020204" pitchFamily="34" charset="0"/>
                <a:cs typeface="Arial" panose="020B0604020202020204" pitchFamily="34" charset="0"/>
              </a:rPr>
              <a:t>Certification</a:t>
            </a:r>
            <a:endParaRPr lang="pt-BR" sz="650" dirty="0">
              <a:solidFill>
                <a:srgbClr val="646464"/>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4166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EA4AB390DFC44CA95CB76B38AF1958" ma:contentTypeVersion="13" ma:contentTypeDescription="Create a new document." ma:contentTypeScope="" ma:versionID="ce2296f85b76f5b5a077a467cfbd40e4">
  <xsd:schema xmlns:xsd="http://www.w3.org/2001/XMLSchema" xmlns:xs="http://www.w3.org/2001/XMLSchema" xmlns:p="http://schemas.microsoft.com/office/2006/metadata/properties" xmlns:ns2="3b782545-f5cb-41a6-9a7b-653c48b7cd27" xmlns:ns3="8feab88c-d828-4615-a20c-c42d8c534ccc" targetNamespace="http://schemas.microsoft.com/office/2006/metadata/properties" ma:root="true" ma:fieldsID="5a8bd7cfba3e47476a4960e118c8ec9f" ns2:_="" ns3:_="">
    <xsd:import namespace="3b782545-f5cb-41a6-9a7b-653c48b7cd27"/>
    <xsd:import namespace="8feab88c-d828-4615-a20c-c42d8c534cc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782545-f5cb-41a6-9a7b-653c48b7cd2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feab88c-d828-4615-a20c-c42d8c534cc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06E547-4797-4758-89D4-93FAF6130879}">
  <ds:schemaRefs>
    <ds:schemaRef ds:uri="http://schemas.microsoft.com/sharepoint/v3/contenttype/forms"/>
  </ds:schemaRefs>
</ds:datastoreItem>
</file>

<file path=customXml/itemProps2.xml><?xml version="1.0" encoding="utf-8"?>
<ds:datastoreItem xmlns:ds="http://schemas.openxmlformats.org/officeDocument/2006/customXml" ds:itemID="{A44C32BE-F4A3-40C9-AE90-434BF069ED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782545-f5cb-41a6-9a7b-653c48b7cd27"/>
    <ds:schemaRef ds:uri="8feab88c-d828-4615-a20c-c42d8c534c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51689</TotalTime>
  <Words>2744</Words>
  <Application>Microsoft Office PowerPoint</Application>
  <PresentationFormat>Widescreen</PresentationFormat>
  <Paragraphs>92</Paragraphs>
  <Slides>8</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Links</vt:lpstr>
      </vt:variant>
      <vt:variant>
        <vt:i4>22</vt:i4>
      </vt:variant>
      <vt:variant>
        <vt:lpstr>Slide Titles</vt:lpstr>
      </vt:variant>
      <vt:variant>
        <vt:i4>8</vt:i4>
      </vt:variant>
    </vt:vector>
  </HeadingPairs>
  <TitlesOfParts>
    <vt:vector size="38" baseType="lpstr">
      <vt:lpstr>Arial</vt:lpstr>
      <vt:lpstr>Calibri</vt:lpstr>
      <vt:lpstr>Calibri Light</vt:lpstr>
      <vt:lpstr>Itau Display</vt:lpstr>
      <vt:lpstr>Itau Display Pro Light</vt:lpstr>
      <vt:lpstr>Itau Display Pro XBold</vt:lpstr>
      <vt:lpstr>Itau Text Pro</vt:lpstr>
      <vt:lpstr>Office Theme</vt:lpstr>
      <vt:lpstr>file:///\\fswcorp\FAL\RESEARCH\EQUITY\Setores\Agribusiness,%20Food%20&amp;%20Beverage\2.%20Food%20&amp;%20Beverage\Reports\Weekly%20SECEX%20Report\Support%20-%20Weekly.xlsx!Beef!%5bSupport%20-%20Weekly.xlsx%5dBeef%20Chart%209</vt:lpstr>
      <vt:lpstr>file:///\\fswcorp\FAL\RESEARCH\EQUITY\Setores\Agribusiness,%20Food%20&amp;%20Beverage\2.%20Food%20&amp;%20Beverage\Reports\Weekly%20SECEX%20Report\Support%20-%20Weekly.xlsx!Beef!%5bSupport%20-%20Weekly.xlsx%5dBeef%20Gráfico%201</vt:lpstr>
      <vt:lpstr>file:///\\fswcorp\FAL\RESEARCH\EQUITY\Setores\Agribusiness,%20Food%20&amp;%20Beverage\2.%20Food%20&amp;%20Beverage\Reports\Weekly%20SECEX%20Report\Support%20-%20Weekly.xlsx!Beef!%5bSupport%20-%20Weekly.xlsx%5dBeef%20Chart%202</vt:lpstr>
      <vt:lpstr>file:///\\fswcorp\FAL\RESEARCH\EQUITY\Setores\Agribusiness,%20Food%20&amp;%20Beverage\2.%20Food%20&amp;%20Beverage\Reports\Weekly%20SECEX%20Report\Support%20-%20Weekly.xlsx!Beef!%5bSupport%20-%20Weekly.xlsx%5dBeef%20Gráfico%201-1</vt:lpstr>
      <vt:lpstr>file:///\\fswcorp\FAL\RESEARCH\EQUITY\Setores\Agribusiness,%20Food%20&amp;%20Beverage\2.%20Food%20&amp;%20Beverage\Reports\Weekly%20SECEX%20Report\Support%20-%20Weekly.xlsx!Poultry!%5bSupport%20-%20Weekly.xlsx%5dPoultry%20Chart%205</vt:lpstr>
      <vt:lpstr>file:///\\fswcorp\FAL\RESEARCH\EQUITY\Setores\Agribusiness,%20Food%20&amp;%20Beverage\2.%20Food%20&amp;%20Beverage\Reports\Weekly%20SECEX%20Report\Support%20-%20Weekly.xlsx!Poultry!%5bSupport%20-%20Weekly.xlsx%5dPoultry%20Gráfico%201-1</vt:lpstr>
      <vt:lpstr>file:///\\fswcorp\FAL\RESEARCH\EQUITY\Setores\Agribusiness,%20Food%20&amp;%20Beverage\2.%20Food%20&amp;%20Beverage\Reports\Weekly%20SECEX%20Report\Support%20-%20Weekly.xlsx!Poultry!%5bSupport%20-%20Weekly.xlsx%5dPoultry%20Chart%203</vt:lpstr>
      <vt:lpstr>file:///\\fswcorp\FAL\RESEARCH\EQUITY\Setores\Agribusiness,%20Food%20&amp;%20Beverage\2.%20Food%20&amp;%20Beverage\Reports\Weekly%20SECEX%20Report\Support%20-%20Weekly.xlsx!Poultry!%5bSupport%20-%20Weekly.xlsx%5dPoultry%20Gráfico%201</vt:lpstr>
      <vt:lpstr>file:///\\fswcorp\FAL\RESEARCH\EQUITY\Setores\Agribusiness,%20Food%20&amp;%20Beverage\2.%20Food%20&amp;%20Beverage\Reports\Weekly%20SECEX%20Report\Support%20-%20Weekly.xlsx!Pork!%5bSupport%20-%20Weekly.xlsx%5dPork%20Chart%203</vt:lpstr>
      <vt:lpstr>file:///\\fswcorp\FAL\RESEARCH\EQUITY\Setores\Agribusiness,%20Food%20&amp;%20Beverage\2.%20Food%20&amp;%20Beverage\Reports\Weekly%20SECEX%20Report\Support%20-%20Weekly.xlsx!Pork!%5bSupport%20-%20Weekly.xlsx%5dPork%20Gráfico%201</vt:lpstr>
      <vt:lpstr>file:///\\fswcorp\FAL\RESEARCH\EQUITY\Setores\Agribusiness,%20Food%20&amp;%20Beverage\2.%20Food%20&amp;%20Beverage\Reports\Weekly%20SECEX%20Report\Support%20-%20Weekly.xlsx!Pork!%5bSupport%20-%20Weekly.xlsx%5dPork%20Chart%202</vt:lpstr>
      <vt:lpstr>file:///\\fswcorp\FAL\RESEARCH\EQUITY\Setores\Agribusiness,%20Food%20&amp;%20Beverage\2.%20Food%20&amp;%20Beverage\Reports\Weekly%20SECEX%20Report\Support%20-%20Weekly.xlsx!Pork!%5bSupport%20-%20Weekly.xlsx%5dPork%20Gráfico%201-1</vt:lpstr>
      <vt:lpstr>file:///\\fswcorp\FAL\RESEARCH\EQUITY\Setores\Agribusiness,%20Food%20&amp;%20Beverage\2.%20Food%20&amp;%20Beverage\Reports\Weekly%20SECEX%20Report\Support%20-%20Weekly.xlsx!U.S.%20Spreads%20-%20Weekly!%5bSupport%20-%20Weekly.xlsx%5dU.S.%20Spreads%20-%20Weekly%20Chart%205</vt:lpstr>
      <vt:lpstr>file:///\\fswcorp\FAL\RESEARCH\EQUITY\Setores\Agribusiness,%20Food%20&amp;%20Beverage\2.%20Food%20&amp;%20Beverage\Reports\Weekly%20SECEX%20Report\Support%20-%20Weekly.xlsx!U.S.%20Spreads%20-%20Weekly!%5bSupport%20-%20Weekly.xlsx%5dU.S.%20Spreads%20-%20Weekly%20Chart%201</vt:lpstr>
      <vt:lpstr>file:///\\fswcorp\FAL\RESEARCH\EQUITY\Setores\Agribusiness,%20Food%20&amp;%20Beverage\2.%20Food%20&amp;%20Beverage\Reports\Weekly%20SECEX%20Report\Support%20-%20Weekly.xlsx!U.S.%20Spreads%20-%20Weekly!%5bSupport%20-%20Weekly.xlsx%5dU.S.%20Spreads%20-%20Weekly%20Chart%2011</vt:lpstr>
      <vt:lpstr>file:///\\fswcorp\FAL\RESEARCH\EQUITY\Setores\Agribusiness,%20Food%20&amp;%20Beverage\2.%20Food%20&amp;%20Beverage\Reports\Weekly%20SECEX%20Report\Support%20-%20Weekly.xlsx!U.S.%20Spreads%20-%20Weekly!%5bSupport%20-%20Weekly.xlsx%5dU.S.%20Spreads%20-%20Weekly%20Chart%204</vt:lpstr>
      <vt:lpstr>file:///\\fswcorp\FAL\RESEARCH\EQUITY\Setores\Agribusiness,%20Food%20&amp;%20Beverage\2.%20Food%20&amp;%20Beverage\Reports\Weekly%20SECEX%20Report\Support%20-%20Weekly.xlsx!U.S.%20Spreads%20-%20Weekly!%5bSupport%20-%20Weekly.xlsx%5dU.S.%20Spreads%20-%20Weekly%20Chart%2010</vt:lpstr>
      <vt:lpstr>file:///\\fswcorp\FAL\RESEARCH\EQUITY\Setores\Agribusiness,%20Food%20&amp;%20Beverage\2.%20Food%20&amp;%20Beverage\Reports\Weekly%20SECEX%20Report\Support%20-%20Weekly.xlsx!U.S.%20Spreads%20-%20Weekly!%5bSupport%20-%20Weekly.xlsx%5dU.S.%20Spreads%20-%20Weekly%20Chart%203</vt:lpstr>
      <vt:lpstr>file:///\\fswcorp\FAL\RESEARCH\EQUITY\Setores\Agribusiness,%20Food%20&amp;%20Beverage\2.%20Food%20&amp;%20Beverage\Reports\Weekly%20SECEX%20Report\Stock%20Performances.xlsx!F&amp;B!%5bStock%20Performances.xlsx%5dF&amp;B%20Chart%201</vt:lpstr>
      <vt:lpstr>file:///\\fswcorp\FAL\RESEARCH\EQUITY\Setores\Agribusiness,%20Food%20&amp;%20Beverage\2.%20Food%20&amp;%20Beverage\Reports\Weekly%20SECEX%20Report\Stock%20Performances.xlsx!F&amp;B!%5bStock%20Performances.xlsx%5dF&amp;B%20Chart%202</vt:lpstr>
      <vt:lpstr>file:///\\fswcorp\FAL\RESEARCH\EQUITY\Setores\Agribusiness,%20Food%20&amp;%20Beverage\2.%20Food%20&amp;%20Beverage\Reports\Weekly%20SECEX%20Report\Stock%20Performances.xlsx!F&amp;B!%5bStock%20Performances.xlsx%5dF&amp;B%20Chart%203</vt:lpstr>
      <vt:lpstr>file:///\\fswcorp\FAL\RESEARCH\EQUITY\Setores\Agribusiness,%20Food%20&amp;%20Beverage\2.%20Food%20&amp;%20Beverage\Reports\Weekly%20SECEX%20Report\Stock%20Performances.xlsx!F&amp;B!%5bStock%20Performances.xlsx%5dF&amp;B%20Chart%205</vt:lpstr>
      <vt:lpstr>PowerPoint Presentation</vt:lpstr>
      <vt:lpstr>Weekly</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Vitoria Margutti</dc:creator>
  <cp:lastModifiedBy>Ryu Matsuyama</cp:lastModifiedBy>
  <cp:revision>1293</cp:revision>
  <dcterms:created xsi:type="dcterms:W3CDTF">2022-03-10T14:41:51Z</dcterms:created>
  <dcterms:modified xsi:type="dcterms:W3CDTF">2026-06-25T20:11:45Z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86dc5db-1f8c-4734-9d46-86d6156fc39f_Enabled">
    <vt:lpwstr>true</vt:lpwstr>
  </property>
  <property fmtid="{D5CDD505-2E9C-101B-9397-08002B2CF9AE}" pid="3" name="MSIP_Label_786dc5db-1f8c-4734-9d46-86d6156fc39f_SetDate">
    <vt:lpwstr>2022-03-10T14:41:51Z</vt:lpwstr>
  </property>
  <property fmtid="{D5CDD505-2E9C-101B-9397-08002B2CF9AE}" pid="4" name="MSIP_Label_786dc5db-1f8c-4734-9d46-86d6156fc39f_Method">
    <vt:lpwstr>Standard</vt:lpwstr>
  </property>
  <property fmtid="{D5CDD505-2E9C-101B-9397-08002B2CF9AE}" pid="5" name="MSIP_Label_786dc5db-1f8c-4734-9d46-86d6156fc39f_Name">
    <vt:lpwstr>Confidential</vt:lpwstr>
  </property>
  <property fmtid="{D5CDD505-2E9C-101B-9397-08002B2CF9AE}" pid="6" name="MSIP_Label_786dc5db-1f8c-4734-9d46-86d6156fc39f_SiteId">
    <vt:lpwstr>e519c2e6-bc6d-4fdf-8d9c-923c2f002385</vt:lpwstr>
  </property>
  <property fmtid="{D5CDD505-2E9C-101B-9397-08002B2CF9AE}" pid="7" name="MSIP_Label_786dc5db-1f8c-4734-9d46-86d6156fc39f_ActionId">
    <vt:lpwstr>77fa2759-c4f1-4928-b51a-793249bfd31a</vt:lpwstr>
  </property>
  <property fmtid="{D5CDD505-2E9C-101B-9397-08002B2CF9AE}" pid="8" name="MSIP_Label_786dc5db-1f8c-4734-9d46-86d6156fc39f_ContentBits">
    <vt:lpwstr>1</vt:lpwstr>
  </property>
  <property fmtid="{D5CDD505-2E9C-101B-9397-08002B2CF9AE}" pid="9" name="MSIP_Label_59f6b450-b779-4ed9-b37e-4a5b0cc9de23_Enabled">
    <vt:lpwstr>true</vt:lpwstr>
  </property>
  <property fmtid="{D5CDD505-2E9C-101B-9397-08002B2CF9AE}" pid="10" name="MSIP_Label_59f6b450-b779-4ed9-b37e-4a5b0cc9de23_SetDate">
    <vt:lpwstr>2023-05-10T19:17:00Z</vt:lpwstr>
  </property>
  <property fmtid="{D5CDD505-2E9C-101B-9397-08002B2CF9AE}" pid="11" name="MSIP_Label_59f6b450-b779-4ed9-b37e-4a5b0cc9de23_Method">
    <vt:lpwstr>Privileged</vt:lpwstr>
  </property>
  <property fmtid="{D5CDD505-2E9C-101B-9397-08002B2CF9AE}" pid="12" name="MSIP_Label_59f6b450-b779-4ed9-b37e-4a5b0cc9de23_Name">
    <vt:lpwstr>Compartilhamento Externo</vt:lpwstr>
  </property>
  <property fmtid="{D5CDD505-2E9C-101B-9397-08002B2CF9AE}" pid="13" name="MSIP_Label_59f6b450-b779-4ed9-b37e-4a5b0cc9de23_SiteId">
    <vt:lpwstr>591669a0-183f-49a5-98f4-9aa0d0b63d81</vt:lpwstr>
  </property>
  <property fmtid="{D5CDD505-2E9C-101B-9397-08002B2CF9AE}" pid="14" name="MSIP_Label_59f6b450-b779-4ed9-b37e-4a5b0cc9de23_ActionId">
    <vt:lpwstr>41447f82-1075-4e86-b1fd-dc7ba72fe549</vt:lpwstr>
  </property>
  <property fmtid="{D5CDD505-2E9C-101B-9397-08002B2CF9AE}" pid="15" name="MSIP_Label_59f6b450-b779-4ed9-b37e-4a5b0cc9de23_ContentBits">
    <vt:lpwstr>0</vt:lpwstr>
  </property>
</Properties>
</file>